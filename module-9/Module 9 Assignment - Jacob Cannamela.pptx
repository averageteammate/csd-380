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sldIdLst>
    <p:sldId id="2561" r:id="rId5"/>
    <p:sldId id="2562" r:id="rId6"/>
    <p:sldId id="2563" r:id="rId7"/>
    <p:sldId id="2564" r:id="rId8"/>
    <p:sldId id="2565" r:id="rId9"/>
    <p:sldId id="2566" r:id="rId10"/>
    <p:sldId id="2567" r:id="rId11"/>
    <p:sldId id="2568" r:id="rId12"/>
    <p:sldId id="2569" r:id="rId13"/>
    <p:sldId id="25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coming Barriers to Establishing a Just, Learning Culture" id="{9A8EE911-E30D-4610-BC49-1FCE16F79FA6}">
          <p14:sldIdLst>
            <p14:sldId id="2561"/>
            <p14:sldId id="2562"/>
            <p14:sldId id="2563"/>
            <p14:sldId id="2564"/>
            <p14:sldId id="2565"/>
            <p14:sldId id="2566"/>
            <p14:sldId id="2567"/>
            <p14:sldId id="2568"/>
          </p14:sldIdLst>
        </p14:section>
        <p14:section name="Conclusion" id="{762B79C3-DA2E-4843-94A6-DC982A56653E}">
          <p14:sldIdLst>
            <p14:sldId id="2569"/>
            <p14:sldId id="25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3E097F-8F6E-4FC2-BCF2-18EC66A29824}" v="31" dt="2025-07-12T17:44:28.7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1110" y="30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ob Cannamela" userId="4029b765494b50cb" providerId="LiveId" clId="{703E097F-8F6E-4FC2-BCF2-18EC66A29824}"/>
    <pc:docChg chg="custSel addSld modSld modSection">
      <pc:chgData name="Jacob Cannamela" userId="4029b765494b50cb" providerId="LiveId" clId="{703E097F-8F6E-4FC2-BCF2-18EC66A29824}" dt="2025-07-12T17:44:29.913" v="61" actId="20577"/>
      <pc:docMkLst>
        <pc:docMk/>
      </pc:docMkLst>
      <pc:sldChg chg="modNotesTx">
        <pc:chgData name="Jacob Cannamela" userId="4029b765494b50cb" providerId="LiveId" clId="{703E097F-8F6E-4FC2-BCF2-18EC66A29824}" dt="2025-07-12T17:38:48.258" v="0" actId="20577"/>
        <pc:sldMkLst>
          <pc:docMk/>
          <pc:sldMk cId="601545930" sldId="2561"/>
        </pc:sldMkLst>
      </pc:sldChg>
      <pc:sldChg chg="modSp mod modNotesTx">
        <pc:chgData name="Jacob Cannamela" userId="4029b765494b50cb" providerId="LiveId" clId="{703E097F-8F6E-4FC2-BCF2-18EC66A29824}" dt="2025-07-12T17:39:47.620" v="10" actId="1076"/>
        <pc:sldMkLst>
          <pc:docMk/>
          <pc:sldMk cId="2091329611" sldId="2562"/>
        </pc:sldMkLst>
        <pc:picChg chg="mod">
          <ac:chgData name="Jacob Cannamela" userId="4029b765494b50cb" providerId="LiveId" clId="{703E097F-8F6E-4FC2-BCF2-18EC66A29824}" dt="2025-07-12T17:39:47.620" v="10" actId="1076"/>
          <ac:picMkLst>
            <pc:docMk/>
            <pc:sldMk cId="2091329611" sldId="2562"/>
            <ac:picMk id="5" creationId="{F3DF8B37-663B-4A34-9F01-6A72CF80592B}"/>
          </ac:picMkLst>
        </pc:picChg>
      </pc:sldChg>
      <pc:sldChg chg="modNotesTx">
        <pc:chgData name="Jacob Cannamela" userId="4029b765494b50cb" providerId="LiveId" clId="{703E097F-8F6E-4FC2-BCF2-18EC66A29824}" dt="2025-07-12T17:39:03.151" v="2" actId="20577"/>
        <pc:sldMkLst>
          <pc:docMk/>
          <pc:sldMk cId="2495489430" sldId="2563"/>
        </pc:sldMkLst>
      </pc:sldChg>
      <pc:sldChg chg="modNotesTx">
        <pc:chgData name="Jacob Cannamela" userId="4029b765494b50cb" providerId="LiveId" clId="{703E097F-8F6E-4FC2-BCF2-18EC66A29824}" dt="2025-07-12T17:39:06.339" v="3" actId="20577"/>
        <pc:sldMkLst>
          <pc:docMk/>
          <pc:sldMk cId="1685205784" sldId="2564"/>
        </pc:sldMkLst>
      </pc:sldChg>
      <pc:sldChg chg="modNotesTx">
        <pc:chgData name="Jacob Cannamela" userId="4029b765494b50cb" providerId="LiveId" clId="{703E097F-8F6E-4FC2-BCF2-18EC66A29824}" dt="2025-07-12T17:39:09.874" v="4" actId="20577"/>
        <pc:sldMkLst>
          <pc:docMk/>
          <pc:sldMk cId="2600640727" sldId="2565"/>
        </pc:sldMkLst>
      </pc:sldChg>
      <pc:sldChg chg="modNotesTx">
        <pc:chgData name="Jacob Cannamela" userId="4029b765494b50cb" providerId="LiveId" clId="{703E097F-8F6E-4FC2-BCF2-18EC66A29824}" dt="2025-07-12T17:39:12.624" v="5" actId="20577"/>
        <pc:sldMkLst>
          <pc:docMk/>
          <pc:sldMk cId="2210654456" sldId="2566"/>
        </pc:sldMkLst>
      </pc:sldChg>
      <pc:sldChg chg="modNotesTx">
        <pc:chgData name="Jacob Cannamela" userId="4029b765494b50cb" providerId="LiveId" clId="{703E097F-8F6E-4FC2-BCF2-18EC66A29824}" dt="2025-07-12T17:39:15.329" v="6" actId="20577"/>
        <pc:sldMkLst>
          <pc:docMk/>
          <pc:sldMk cId="848750676" sldId="2567"/>
        </pc:sldMkLst>
      </pc:sldChg>
      <pc:sldChg chg="modNotesTx">
        <pc:chgData name="Jacob Cannamela" userId="4029b765494b50cb" providerId="LiveId" clId="{703E097F-8F6E-4FC2-BCF2-18EC66A29824}" dt="2025-07-12T17:39:17.758" v="7" actId="20577"/>
        <pc:sldMkLst>
          <pc:docMk/>
          <pc:sldMk cId="11333475" sldId="2568"/>
        </pc:sldMkLst>
      </pc:sldChg>
      <pc:sldChg chg="addSp modSp modNotesTx">
        <pc:chgData name="Jacob Cannamela" userId="4029b765494b50cb" providerId="LiveId" clId="{703E097F-8F6E-4FC2-BCF2-18EC66A29824}" dt="2025-07-12T17:42:33.871" v="11"/>
        <pc:sldMkLst>
          <pc:docMk/>
          <pc:sldMk cId="924897801" sldId="2569"/>
        </pc:sldMkLst>
        <pc:graphicFrameChg chg="add mod">
          <ac:chgData name="Jacob Cannamela" userId="4029b765494b50cb" providerId="LiveId" clId="{703E097F-8F6E-4FC2-BCF2-18EC66A29824}" dt="2025-07-12T17:42:33.871" v="11"/>
          <ac:graphicFrameMkLst>
            <pc:docMk/>
            <pc:sldMk cId="924897801" sldId="2569"/>
            <ac:graphicFrameMk id="4" creationId="{89896716-63A5-6928-3CD1-EE21703AE0CA}"/>
          </ac:graphicFrameMkLst>
        </pc:graphicFrameChg>
      </pc:sldChg>
      <pc:sldChg chg="addSp delSp modSp add mod">
        <pc:chgData name="Jacob Cannamela" userId="4029b765494b50cb" providerId="LiveId" clId="{703E097F-8F6E-4FC2-BCF2-18EC66A29824}" dt="2025-07-12T17:44:29.913" v="61" actId="20577"/>
        <pc:sldMkLst>
          <pc:docMk/>
          <pc:sldMk cId="4026371868" sldId="2570"/>
        </pc:sldMkLst>
        <pc:spChg chg="mod">
          <ac:chgData name="Jacob Cannamela" userId="4029b765494b50cb" providerId="LiveId" clId="{703E097F-8F6E-4FC2-BCF2-18EC66A29824}" dt="2025-07-12T17:42:43.315" v="22" actId="20577"/>
          <ac:spMkLst>
            <pc:docMk/>
            <pc:sldMk cId="4026371868" sldId="2570"/>
            <ac:spMk id="2" creationId="{45A6C3CC-FA5D-0222-72F0-BBBDE791D769}"/>
          </ac:spMkLst>
        </pc:spChg>
        <pc:spChg chg="add del mod">
          <ac:chgData name="Jacob Cannamela" userId="4029b765494b50cb" providerId="LiveId" clId="{703E097F-8F6E-4FC2-BCF2-18EC66A29824}" dt="2025-07-12T17:43:43.996" v="41"/>
          <ac:spMkLst>
            <pc:docMk/>
            <pc:sldMk cId="4026371868" sldId="2570"/>
            <ac:spMk id="3" creationId="{9D74E489-BDB6-F37D-5F1A-C7C2CB2CFADB}"/>
          </ac:spMkLst>
        </pc:spChg>
        <pc:spChg chg="add">
          <ac:chgData name="Jacob Cannamela" userId="4029b765494b50cb" providerId="LiveId" clId="{703E097F-8F6E-4FC2-BCF2-18EC66A29824}" dt="2025-07-12T17:43:15.678" v="31"/>
          <ac:spMkLst>
            <pc:docMk/>
            <pc:sldMk cId="4026371868" sldId="2570"/>
            <ac:spMk id="4" creationId="{C34082E6-5D1C-DFB7-9875-A1CA9BB7D0BC}"/>
          </ac:spMkLst>
        </pc:spChg>
        <pc:spChg chg="add del mod">
          <ac:chgData name="Jacob Cannamela" userId="4029b765494b50cb" providerId="LiveId" clId="{703E097F-8F6E-4FC2-BCF2-18EC66A29824}" dt="2025-07-12T17:43:43.994" v="39" actId="478"/>
          <ac:spMkLst>
            <pc:docMk/>
            <pc:sldMk cId="4026371868" sldId="2570"/>
            <ac:spMk id="5" creationId="{EF60A370-80B2-5219-54EE-60FF48E84D4A}"/>
          </ac:spMkLst>
        </pc:spChg>
        <pc:spChg chg="add mod">
          <ac:chgData name="Jacob Cannamela" userId="4029b765494b50cb" providerId="LiveId" clId="{703E097F-8F6E-4FC2-BCF2-18EC66A29824}" dt="2025-07-12T17:43:37.843" v="37" actId="1076"/>
          <ac:spMkLst>
            <pc:docMk/>
            <pc:sldMk cId="4026371868" sldId="2570"/>
            <ac:spMk id="6" creationId="{B06F2A64-4EC6-2220-5833-24EE4661A70C}"/>
          </ac:spMkLst>
        </pc:spChg>
        <pc:spChg chg="add del mod">
          <ac:chgData name="Jacob Cannamela" userId="4029b765494b50cb" providerId="LiveId" clId="{703E097F-8F6E-4FC2-BCF2-18EC66A29824}" dt="2025-07-12T17:44:29.913" v="61" actId="20577"/>
          <ac:spMkLst>
            <pc:docMk/>
            <pc:sldMk cId="4026371868" sldId="2570"/>
            <ac:spMk id="9" creationId="{4E1CFC53-7651-CACC-4A88-E30311D85A82}"/>
          </ac:spMkLst>
        </pc:spChg>
        <pc:spChg chg="add mod">
          <ac:chgData name="Jacob Cannamela" userId="4029b765494b50cb" providerId="LiveId" clId="{703E097F-8F6E-4FC2-BCF2-18EC66A29824}" dt="2025-07-12T17:43:51.953" v="44"/>
          <ac:spMkLst>
            <pc:docMk/>
            <pc:sldMk cId="4026371868" sldId="2570"/>
            <ac:spMk id="17" creationId="{41E57B52-5523-11E9-4042-A93BC99CB7E0}"/>
          </ac:spMkLst>
        </pc:spChg>
        <pc:spChg chg="add">
          <ac:chgData name="Jacob Cannamela" userId="4029b765494b50cb" providerId="LiveId" clId="{703E097F-8F6E-4FC2-BCF2-18EC66A29824}" dt="2025-07-12T17:44:10.372" v="51"/>
          <ac:spMkLst>
            <pc:docMk/>
            <pc:sldMk cId="4026371868" sldId="2570"/>
            <ac:spMk id="23" creationId="{6F33B7EA-DAE7-DAB1-F0F8-FBB6AE7E1E9F}"/>
          </ac:spMkLst>
        </pc:spChg>
        <pc:spChg chg="add">
          <ac:chgData name="Jacob Cannamela" userId="4029b765494b50cb" providerId="LiveId" clId="{703E097F-8F6E-4FC2-BCF2-18EC66A29824}" dt="2025-07-12T17:44:13.169" v="52"/>
          <ac:spMkLst>
            <pc:docMk/>
            <pc:sldMk cId="4026371868" sldId="2570"/>
            <ac:spMk id="29" creationId="{DC6C8827-820E-6F2D-E765-5805B7752B80}"/>
          </ac:spMkLst>
        </pc:spChg>
        <pc:spChg chg="add">
          <ac:chgData name="Jacob Cannamela" userId="4029b765494b50cb" providerId="LiveId" clId="{703E097F-8F6E-4FC2-BCF2-18EC66A29824}" dt="2025-07-12T17:44:24.915" v="56"/>
          <ac:spMkLst>
            <pc:docMk/>
            <pc:sldMk cId="4026371868" sldId="2570"/>
            <ac:spMk id="37" creationId="{3B0F79D5-DD94-69B3-01BC-C5057D67C857}"/>
          </ac:spMkLst>
        </pc:spChg>
        <pc:graphicFrameChg chg="del mod">
          <ac:chgData name="Jacob Cannamela" userId="4029b765494b50cb" providerId="LiveId" clId="{703E097F-8F6E-4FC2-BCF2-18EC66A29824}" dt="2025-07-12T17:43:45.941" v="42" actId="478"/>
          <ac:graphicFrameMkLst>
            <pc:docMk/>
            <pc:sldMk cId="4026371868" sldId="2570"/>
            <ac:graphicFrameMk id="41" creationId="{121C1E10-3380-50A2-5E5D-8B3C9D4F5159}"/>
          </ac:graphicFrameMkLst>
        </pc:graphicFrame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BD0001-2B37-4764-8E39-EB8FB815B56B}"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87F3589B-0F2A-46C6-A804-5F47A1D53503}">
      <dgm:prSet/>
      <dgm:spPr/>
      <dgm:t>
        <a:bodyPr/>
        <a:lstStyle/>
        <a:p>
          <a:pPr>
            <a:lnSpc>
              <a:spcPct val="100000"/>
            </a:lnSpc>
            <a:defRPr b="1"/>
          </a:pPr>
          <a:r>
            <a:rPr lang="en-US"/>
            <a:t>Culture of Blame</a:t>
          </a:r>
        </a:p>
      </dgm:t>
    </dgm:pt>
    <dgm:pt modelId="{32A5769E-3920-4D61-876B-36F1BF1B76DC}" type="parTrans" cxnId="{8A5921BC-B761-4912-B9F9-715C67AFA1DE}">
      <dgm:prSet/>
      <dgm:spPr/>
      <dgm:t>
        <a:bodyPr/>
        <a:lstStyle/>
        <a:p>
          <a:endParaRPr lang="en-US"/>
        </a:p>
      </dgm:t>
    </dgm:pt>
    <dgm:pt modelId="{7A9A02D0-FCA2-4311-89B2-72BFFC75A970}" type="sibTrans" cxnId="{8A5921BC-B761-4912-B9F9-715C67AFA1DE}">
      <dgm:prSet/>
      <dgm:spPr/>
      <dgm:t>
        <a:bodyPr/>
        <a:lstStyle/>
        <a:p>
          <a:pPr>
            <a:lnSpc>
              <a:spcPct val="100000"/>
            </a:lnSpc>
            <a:defRPr b="1"/>
          </a:pPr>
          <a:endParaRPr lang="en-US"/>
        </a:p>
      </dgm:t>
    </dgm:pt>
    <dgm:pt modelId="{8AFC8DBB-E6A5-493F-9189-9350A176C7B4}">
      <dgm:prSet/>
      <dgm:spPr/>
      <dgm:t>
        <a:bodyPr/>
        <a:lstStyle/>
        <a:p>
          <a:pPr>
            <a:lnSpc>
              <a:spcPct val="100000"/>
            </a:lnSpc>
          </a:pPr>
          <a:r>
            <a:rPr lang="en-US"/>
            <a:t>A culture focused on blame discourages employees from reporting errors and near misses.</a:t>
          </a:r>
        </a:p>
      </dgm:t>
    </dgm:pt>
    <dgm:pt modelId="{1FB65EDA-7ED5-489E-A6B1-E08C32F55750}" type="parTrans" cxnId="{7D6B57FF-F794-4B5D-AB4F-3E96D1E58EAE}">
      <dgm:prSet/>
      <dgm:spPr/>
      <dgm:t>
        <a:bodyPr/>
        <a:lstStyle/>
        <a:p>
          <a:endParaRPr lang="en-US"/>
        </a:p>
      </dgm:t>
    </dgm:pt>
    <dgm:pt modelId="{705933F6-1420-4914-B912-A23781382E1B}" type="sibTrans" cxnId="{7D6B57FF-F794-4B5D-AB4F-3E96D1E58EAE}">
      <dgm:prSet/>
      <dgm:spPr/>
      <dgm:t>
        <a:bodyPr/>
        <a:lstStyle/>
        <a:p>
          <a:endParaRPr lang="en-US"/>
        </a:p>
      </dgm:t>
    </dgm:pt>
    <dgm:pt modelId="{90D393BB-F3C4-4358-9FE1-5D97C99CDCD1}">
      <dgm:prSet/>
      <dgm:spPr/>
      <dgm:t>
        <a:bodyPr/>
        <a:lstStyle/>
        <a:p>
          <a:pPr>
            <a:lnSpc>
              <a:spcPct val="100000"/>
            </a:lnSpc>
            <a:defRPr b="1"/>
          </a:pPr>
          <a:r>
            <a:rPr lang="en-US"/>
            <a:t>Impact on Reporting</a:t>
          </a:r>
        </a:p>
      </dgm:t>
    </dgm:pt>
    <dgm:pt modelId="{3A5655E1-0938-4964-947B-EA6FFB7CBCB8}" type="parTrans" cxnId="{67E2E816-B07D-45FA-B5CF-263681215DA2}">
      <dgm:prSet/>
      <dgm:spPr/>
      <dgm:t>
        <a:bodyPr/>
        <a:lstStyle/>
        <a:p>
          <a:endParaRPr lang="en-US"/>
        </a:p>
      </dgm:t>
    </dgm:pt>
    <dgm:pt modelId="{2E007F50-5F8B-4954-B26E-8580729BCAA0}" type="sibTrans" cxnId="{67E2E816-B07D-45FA-B5CF-263681215DA2}">
      <dgm:prSet/>
      <dgm:spPr/>
      <dgm:t>
        <a:bodyPr/>
        <a:lstStyle/>
        <a:p>
          <a:pPr>
            <a:lnSpc>
              <a:spcPct val="100000"/>
            </a:lnSpc>
            <a:defRPr b="1"/>
          </a:pPr>
          <a:endParaRPr lang="en-US"/>
        </a:p>
      </dgm:t>
    </dgm:pt>
    <dgm:pt modelId="{191A089E-EBAA-49AD-AD55-8C7888591F8B}">
      <dgm:prSet/>
      <dgm:spPr/>
      <dgm:t>
        <a:bodyPr/>
        <a:lstStyle/>
        <a:p>
          <a:pPr>
            <a:lnSpc>
              <a:spcPct val="100000"/>
            </a:lnSpc>
          </a:pPr>
          <a:r>
            <a:rPr lang="en-US"/>
            <a:t>Fear of punitive responses reduces openness and prevents learning from mistakes.</a:t>
          </a:r>
        </a:p>
      </dgm:t>
    </dgm:pt>
    <dgm:pt modelId="{401D9709-1FEB-4673-A23B-5E2C1325F47D}" type="parTrans" cxnId="{B3F53F10-FC09-4EE0-A7B5-90220FD348EC}">
      <dgm:prSet/>
      <dgm:spPr/>
      <dgm:t>
        <a:bodyPr/>
        <a:lstStyle/>
        <a:p>
          <a:endParaRPr lang="en-US"/>
        </a:p>
      </dgm:t>
    </dgm:pt>
    <dgm:pt modelId="{A88CE511-E0D4-45AB-9653-96D79AC01B5C}" type="sibTrans" cxnId="{B3F53F10-FC09-4EE0-A7B5-90220FD348EC}">
      <dgm:prSet/>
      <dgm:spPr/>
      <dgm:t>
        <a:bodyPr/>
        <a:lstStyle/>
        <a:p>
          <a:endParaRPr lang="en-US"/>
        </a:p>
      </dgm:t>
    </dgm:pt>
    <dgm:pt modelId="{94320807-3EB6-41FF-91A2-14CC47AD6B68}">
      <dgm:prSet/>
      <dgm:spPr/>
      <dgm:t>
        <a:bodyPr/>
        <a:lstStyle/>
        <a:p>
          <a:pPr>
            <a:lnSpc>
              <a:spcPct val="100000"/>
            </a:lnSpc>
            <a:defRPr b="1"/>
          </a:pPr>
          <a:r>
            <a:rPr lang="en-US"/>
            <a:t>Encouraging Openness</a:t>
          </a:r>
        </a:p>
      </dgm:t>
    </dgm:pt>
    <dgm:pt modelId="{8E7E87DC-5258-4E4B-A896-E3944DF2B264}" type="parTrans" cxnId="{1B72CEB4-3170-40AB-8212-48D9F0785DAB}">
      <dgm:prSet/>
      <dgm:spPr/>
      <dgm:t>
        <a:bodyPr/>
        <a:lstStyle/>
        <a:p>
          <a:endParaRPr lang="en-US"/>
        </a:p>
      </dgm:t>
    </dgm:pt>
    <dgm:pt modelId="{10FE1795-E141-45B2-B68B-27941358B998}" type="sibTrans" cxnId="{1B72CEB4-3170-40AB-8212-48D9F0785DAB}">
      <dgm:prSet/>
      <dgm:spPr/>
      <dgm:t>
        <a:bodyPr/>
        <a:lstStyle/>
        <a:p>
          <a:endParaRPr lang="en-US"/>
        </a:p>
      </dgm:t>
    </dgm:pt>
    <dgm:pt modelId="{08237509-A7B0-416A-8180-3F6D710CB2B6}">
      <dgm:prSet/>
      <dgm:spPr/>
      <dgm:t>
        <a:bodyPr/>
        <a:lstStyle/>
        <a:p>
          <a:pPr>
            <a:lnSpc>
              <a:spcPct val="100000"/>
            </a:lnSpc>
          </a:pPr>
          <a:r>
            <a:rPr lang="en-US"/>
            <a:t>Overcoming fear is essential to fostering an open environment that promotes learning and improvement.</a:t>
          </a:r>
        </a:p>
      </dgm:t>
    </dgm:pt>
    <dgm:pt modelId="{7006EA07-1093-4AD7-A0B1-A208DC63A44E}" type="parTrans" cxnId="{27CFC9B8-A961-4214-BDF4-C59BF5158DB7}">
      <dgm:prSet/>
      <dgm:spPr/>
      <dgm:t>
        <a:bodyPr/>
        <a:lstStyle/>
        <a:p>
          <a:endParaRPr lang="en-US"/>
        </a:p>
      </dgm:t>
    </dgm:pt>
    <dgm:pt modelId="{3C2040EA-9973-4796-AF0E-91D47BBE66B6}" type="sibTrans" cxnId="{27CFC9B8-A961-4214-BDF4-C59BF5158DB7}">
      <dgm:prSet/>
      <dgm:spPr/>
      <dgm:t>
        <a:bodyPr/>
        <a:lstStyle/>
        <a:p>
          <a:endParaRPr lang="en-US"/>
        </a:p>
      </dgm:t>
    </dgm:pt>
    <dgm:pt modelId="{104EF223-3A72-4450-9C61-ED3289C9B096}" type="pres">
      <dgm:prSet presAssocID="{49BD0001-2B37-4764-8E39-EB8FB815B56B}" presName="Root" presStyleCnt="0">
        <dgm:presLayoutVars>
          <dgm:dir/>
          <dgm:resizeHandles val="exact"/>
        </dgm:presLayoutVars>
      </dgm:prSet>
      <dgm:spPr/>
    </dgm:pt>
    <dgm:pt modelId="{76F6E2D1-E428-4EFA-9B19-D99218FB5FED}" type="pres">
      <dgm:prSet presAssocID="{87F3589B-0F2A-46C6-A804-5F47A1D53503}" presName="Composite" presStyleCnt="0"/>
      <dgm:spPr/>
    </dgm:pt>
    <dgm:pt modelId="{EB32CF50-5DEC-482F-9DFC-5F9A4D566334}" type="pres">
      <dgm:prSet presAssocID="{87F3589B-0F2A-46C6-A804-5F47A1D53503}"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1687" r="7816" b="4"/>
          <a:stretch/>
        </a:blipFill>
      </dgm:spPr>
      <dgm:extLst>
        <a:ext uri="{E40237B7-FDA0-4F09-8148-C483321AD2D9}">
          <dgm14:cNvPr xmlns:dgm14="http://schemas.microsoft.com/office/drawing/2010/diagram" id="0" name="" descr="Meeting"/>
        </a:ext>
      </dgm:extLst>
    </dgm:pt>
    <dgm:pt modelId="{F314EDE8-A47D-4E4C-A975-D10BFCC14E1E}" type="pres">
      <dgm:prSet presAssocID="{87F3589B-0F2A-46C6-A804-5F47A1D53503}" presName="Subtitle" presStyleLbl="revTx" presStyleIdx="0" presStyleCnt="6">
        <dgm:presLayoutVars>
          <dgm:chMax val="0"/>
          <dgm:bulletEnabled/>
        </dgm:presLayoutVars>
      </dgm:prSet>
      <dgm:spPr/>
    </dgm:pt>
    <dgm:pt modelId="{7062EBE1-ECF1-42BC-9187-BF7541523467}" type="pres">
      <dgm:prSet presAssocID="{87F3589B-0F2A-46C6-A804-5F47A1D53503}" presName="Description" presStyleLbl="revTx" presStyleIdx="1" presStyleCnt="6">
        <dgm:presLayoutVars>
          <dgm:bulletEnabled/>
        </dgm:presLayoutVars>
      </dgm:prSet>
      <dgm:spPr/>
    </dgm:pt>
    <dgm:pt modelId="{1250CCDC-D66B-419A-8B4A-DCC1263FBE58}" type="pres">
      <dgm:prSet presAssocID="{7A9A02D0-FCA2-4311-89B2-72BFFC75A970}" presName="sibTrans" presStyleLbl="sibTrans2D1" presStyleIdx="0" presStyleCnt="0"/>
      <dgm:spPr/>
    </dgm:pt>
    <dgm:pt modelId="{955B8217-851F-436F-9569-08C948D94B7C}" type="pres">
      <dgm:prSet presAssocID="{90D393BB-F3C4-4358-9FE1-5D97C99CDCD1}" presName="Composite" presStyleCnt="0"/>
      <dgm:spPr/>
    </dgm:pt>
    <dgm:pt modelId="{BEF3F322-2DC7-4B13-B0A4-AEEE413C4E25}" type="pres">
      <dgm:prSet presAssocID="{90D393BB-F3C4-4358-9FE1-5D97C99CDCD1}"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6084" r="17170" b="7"/>
          <a:stretch/>
        </a:blipFill>
      </dgm:spPr>
      <dgm:extLst>
        <a:ext uri="{E40237B7-FDA0-4F09-8148-C483321AD2D9}">
          <dgm14:cNvPr xmlns:dgm14="http://schemas.microsoft.com/office/drawing/2010/diagram" id="0" name="" descr="Please, I'm too tired and exhausted to solve more reports"/>
        </a:ext>
      </dgm:extLst>
    </dgm:pt>
    <dgm:pt modelId="{45DAB175-0E55-49F4-95B0-C5B0404E0D4F}" type="pres">
      <dgm:prSet presAssocID="{90D393BB-F3C4-4358-9FE1-5D97C99CDCD1}" presName="Subtitle" presStyleLbl="revTx" presStyleIdx="2" presStyleCnt="6">
        <dgm:presLayoutVars>
          <dgm:chMax val="0"/>
          <dgm:bulletEnabled/>
        </dgm:presLayoutVars>
      </dgm:prSet>
      <dgm:spPr/>
    </dgm:pt>
    <dgm:pt modelId="{33EE0047-45F2-46CD-8BBD-1309B9C452F7}" type="pres">
      <dgm:prSet presAssocID="{90D393BB-F3C4-4358-9FE1-5D97C99CDCD1}" presName="Description" presStyleLbl="revTx" presStyleIdx="3" presStyleCnt="6">
        <dgm:presLayoutVars>
          <dgm:bulletEnabled/>
        </dgm:presLayoutVars>
      </dgm:prSet>
      <dgm:spPr/>
    </dgm:pt>
    <dgm:pt modelId="{AA2714E5-32A0-4CD0-BF8F-3E05957AE74E}" type="pres">
      <dgm:prSet presAssocID="{2E007F50-5F8B-4954-B26E-8580729BCAA0}" presName="sibTrans" presStyleLbl="sibTrans2D1" presStyleIdx="0" presStyleCnt="0"/>
      <dgm:spPr/>
    </dgm:pt>
    <dgm:pt modelId="{51BF8AC5-1799-4842-8D9D-70C1137D1252}" type="pres">
      <dgm:prSet presAssocID="{94320807-3EB6-41FF-91A2-14CC47AD6B68}" presName="Composite" presStyleCnt="0"/>
      <dgm:spPr/>
    </dgm:pt>
    <dgm:pt modelId="{FB9DA147-2A3A-4DC4-AA28-3F64A2444309}" type="pres">
      <dgm:prSet presAssocID="{94320807-3EB6-41FF-91A2-14CC47AD6B68}"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3797" r="19457" b="7"/>
          <a:stretch/>
        </a:blipFill>
      </dgm:spPr>
      <dgm:extLst>
        <a:ext uri="{E40237B7-FDA0-4F09-8148-C483321AD2D9}">
          <dgm14:cNvPr xmlns:dgm14="http://schemas.microsoft.com/office/drawing/2010/diagram" id="0" name="" descr="Two cup talking with Speech Bubble on blackboard. (Social media internet concept)"/>
        </a:ext>
      </dgm:extLst>
    </dgm:pt>
    <dgm:pt modelId="{4165D555-2AF2-4462-817F-C30FB3A8A16A}" type="pres">
      <dgm:prSet presAssocID="{94320807-3EB6-41FF-91A2-14CC47AD6B68}" presName="Subtitle" presStyleLbl="revTx" presStyleIdx="4" presStyleCnt="6">
        <dgm:presLayoutVars>
          <dgm:chMax val="0"/>
          <dgm:bulletEnabled/>
        </dgm:presLayoutVars>
      </dgm:prSet>
      <dgm:spPr/>
    </dgm:pt>
    <dgm:pt modelId="{78C5C8B6-7D34-45C8-8CF5-2C7A9EDEF1DF}" type="pres">
      <dgm:prSet presAssocID="{94320807-3EB6-41FF-91A2-14CC47AD6B68}" presName="Description" presStyleLbl="revTx" presStyleIdx="5" presStyleCnt="6">
        <dgm:presLayoutVars>
          <dgm:bulletEnabled/>
        </dgm:presLayoutVars>
      </dgm:prSet>
      <dgm:spPr/>
    </dgm:pt>
  </dgm:ptLst>
  <dgm:cxnLst>
    <dgm:cxn modelId="{F9B9320A-6282-44A6-B35F-3E363608D10B}" type="presOf" srcId="{08237509-A7B0-416A-8180-3F6D710CB2B6}" destId="{78C5C8B6-7D34-45C8-8CF5-2C7A9EDEF1DF}" srcOrd="0" destOrd="0" presId="urn:microsoft.com/office/officeart/2024/3/layout/verticalVisualTextBlock1"/>
    <dgm:cxn modelId="{B3F53F10-FC09-4EE0-A7B5-90220FD348EC}" srcId="{90D393BB-F3C4-4358-9FE1-5D97C99CDCD1}" destId="{191A089E-EBAA-49AD-AD55-8C7888591F8B}" srcOrd="0" destOrd="0" parTransId="{401D9709-1FEB-4673-A23B-5E2C1325F47D}" sibTransId="{A88CE511-E0D4-45AB-9653-96D79AC01B5C}"/>
    <dgm:cxn modelId="{67E2E816-B07D-45FA-B5CF-263681215DA2}" srcId="{49BD0001-2B37-4764-8E39-EB8FB815B56B}" destId="{90D393BB-F3C4-4358-9FE1-5D97C99CDCD1}" srcOrd="1" destOrd="0" parTransId="{3A5655E1-0938-4964-947B-EA6FFB7CBCB8}" sibTransId="{2E007F50-5F8B-4954-B26E-8580729BCAA0}"/>
    <dgm:cxn modelId="{B37D121E-55E4-445D-AD39-8B1D77C3CB86}" type="presOf" srcId="{8AFC8DBB-E6A5-493F-9189-9350A176C7B4}" destId="{7062EBE1-ECF1-42BC-9187-BF7541523467}" srcOrd="0" destOrd="0" presId="urn:microsoft.com/office/officeart/2024/3/layout/verticalVisualTextBlock1"/>
    <dgm:cxn modelId="{9CFDA930-E376-4CEC-8662-0D9C52D9F2F9}" type="presOf" srcId="{90D393BB-F3C4-4358-9FE1-5D97C99CDCD1}" destId="{45DAB175-0E55-49F4-95B0-C5B0404E0D4F}" srcOrd="0" destOrd="0" presId="urn:microsoft.com/office/officeart/2024/3/layout/verticalVisualTextBlock1"/>
    <dgm:cxn modelId="{9CC15152-539D-42B6-A8B6-E07CC6BAB91A}" type="presOf" srcId="{2E007F50-5F8B-4954-B26E-8580729BCAA0}" destId="{AA2714E5-32A0-4CD0-BF8F-3E05957AE74E}" srcOrd="0" destOrd="0" presId="urn:microsoft.com/office/officeart/2024/3/layout/verticalVisualTextBlock1"/>
    <dgm:cxn modelId="{2529B683-3BA1-4EE5-9548-FC7CEC877DBD}" type="presOf" srcId="{191A089E-EBAA-49AD-AD55-8C7888591F8B}" destId="{33EE0047-45F2-46CD-8BBD-1309B9C452F7}" srcOrd="0" destOrd="0" presId="urn:microsoft.com/office/officeart/2024/3/layout/verticalVisualTextBlock1"/>
    <dgm:cxn modelId="{5A0DC59D-4E39-4EC9-A4AC-7F32652AFC51}" type="presOf" srcId="{87F3589B-0F2A-46C6-A804-5F47A1D53503}" destId="{F314EDE8-A47D-4E4C-A975-D10BFCC14E1E}" srcOrd="0" destOrd="0" presId="urn:microsoft.com/office/officeart/2024/3/layout/verticalVisualTextBlock1"/>
    <dgm:cxn modelId="{1B72CEB4-3170-40AB-8212-48D9F0785DAB}" srcId="{49BD0001-2B37-4764-8E39-EB8FB815B56B}" destId="{94320807-3EB6-41FF-91A2-14CC47AD6B68}" srcOrd="2" destOrd="0" parTransId="{8E7E87DC-5258-4E4B-A896-E3944DF2B264}" sibTransId="{10FE1795-E141-45B2-B68B-27941358B998}"/>
    <dgm:cxn modelId="{27CFC9B8-A961-4214-BDF4-C59BF5158DB7}" srcId="{94320807-3EB6-41FF-91A2-14CC47AD6B68}" destId="{08237509-A7B0-416A-8180-3F6D710CB2B6}" srcOrd="0" destOrd="0" parTransId="{7006EA07-1093-4AD7-A0B1-A208DC63A44E}" sibTransId="{3C2040EA-9973-4796-AF0E-91D47BBE66B6}"/>
    <dgm:cxn modelId="{8A5921BC-B761-4912-B9F9-715C67AFA1DE}" srcId="{49BD0001-2B37-4764-8E39-EB8FB815B56B}" destId="{87F3589B-0F2A-46C6-A804-5F47A1D53503}" srcOrd="0" destOrd="0" parTransId="{32A5769E-3920-4D61-876B-36F1BF1B76DC}" sibTransId="{7A9A02D0-FCA2-4311-89B2-72BFFC75A970}"/>
    <dgm:cxn modelId="{00EE10D3-B853-40AF-936D-272E25361981}" type="presOf" srcId="{7A9A02D0-FCA2-4311-89B2-72BFFC75A970}" destId="{1250CCDC-D66B-419A-8B4A-DCC1263FBE58}" srcOrd="0" destOrd="0" presId="urn:microsoft.com/office/officeart/2024/3/layout/verticalVisualTextBlock1"/>
    <dgm:cxn modelId="{CB5D70E3-E341-4868-B827-4977CC2B3539}" type="presOf" srcId="{94320807-3EB6-41FF-91A2-14CC47AD6B68}" destId="{4165D555-2AF2-4462-817F-C30FB3A8A16A}" srcOrd="0" destOrd="0" presId="urn:microsoft.com/office/officeart/2024/3/layout/verticalVisualTextBlock1"/>
    <dgm:cxn modelId="{42542FEC-46A0-45D0-BE4E-00F3D0A0D265}" type="presOf" srcId="{49BD0001-2B37-4764-8E39-EB8FB815B56B}" destId="{104EF223-3A72-4450-9C61-ED3289C9B096}" srcOrd="0" destOrd="0" presId="urn:microsoft.com/office/officeart/2024/3/layout/verticalVisualTextBlock1"/>
    <dgm:cxn modelId="{7D6B57FF-F794-4B5D-AB4F-3E96D1E58EAE}" srcId="{87F3589B-0F2A-46C6-A804-5F47A1D53503}" destId="{8AFC8DBB-E6A5-493F-9189-9350A176C7B4}" srcOrd="0" destOrd="0" parTransId="{1FB65EDA-7ED5-489E-A6B1-E08C32F55750}" sibTransId="{705933F6-1420-4914-B912-A23781382E1B}"/>
    <dgm:cxn modelId="{6E6D39A5-F8DD-4F18-BC39-D5EC09912F3E}" type="presParOf" srcId="{104EF223-3A72-4450-9C61-ED3289C9B096}" destId="{76F6E2D1-E428-4EFA-9B19-D99218FB5FED}" srcOrd="0" destOrd="0" presId="urn:microsoft.com/office/officeart/2024/3/layout/verticalVisualTextBlock1"/>
    <dgm:cxn modelId="{2436B0B9-F118-48B1-8813-4576E640DCBD}" type="presParOf" srcId="{76F6E2D1-E428-4EFA-9B19-D99218FB5FED}" destId="{EB32CF50-5DEC-482F-9DFC-5F9A4D566334}" srcOrd="0" destOrd="0" presId="urn:microsoft.com/office/officeart/2024/3/layout/verticalVisualTextBlock1"/>
    <dgm:cxn modelId="{E2B33A19-6920-43F4-86E4-74C85AF859C8}" type="presParOf" srcId="{76F6E2D1-E428-4EFA-9B19-D99218FB5FED}" destId="{F314EDE8-A47D-4E4C-A975-D10BFCC14E1E}" srcOrd="1" destOrd="0" presId="urn:microsoft.com/office/officeart/2024/3/layout/verticalVisualTextBlock1"/>
    <dgm:cxn modelId="{DEBFC8B6-1725-40CD-8EA6-357D5404BED8}" type="presParOf" srcId="{76F6E2D1-E428-4EFA-9B19-D99218FB5FED}" destId="{7062EBE1-ECF1-42BC-9187-BF7541523467}" srcOrd="2" destOrd="0" presId="urn:microsoft.com/office/officeart/2024/3/layout/verticalVisualTextBlock1"/>
    <dgm:cxn modelId="{52C25679-8BE4-4479-BE87-1A2351CCB333}" type="presParOf" srcId="{104EF223-3A72-4450-9C61-ED3289C9B096}" destId="{1250CCDC-D66B-419A-8B4A-DCC1263FBE58}" srcOrd="1" destOrd="0" presId="urn:microsoft.com/office/officeart/2024/3/layout/verticalVisualTextBlock1"/>
    <dgm:cxn modelId="{B620D340-BB57-4E8B-998B-43B7DD368B94}" type="presParOf" srcId="{104EF223-3A72-4450-9C61-ED3289C9B096}" destId="{955B8217-851F-436F-9569-08C948D94B7C}" srcOrd="2" destOrd="0" presId="urn:microsoft.com/office/officeart/2024/3/layout/verticalVisualTextBlock1"/>
    <dgm:cxn modelId="{01958B67-D1F8-4629-B5CA-9924F5DA1324}" type="presParOf" srcId="{955B8217-851F-436F-9569-08C948D94B7C}" destId="{BEF3F322-2DC7-4B13-B0A4-AEEE413C4E25}" srcOrd="0" destOrd="0" presId="urn:microsoft.com/office/officeart/2024/3/layout/verticalVisualTextBlock1"/>
    <dgm:cxn modelId="{0B1C3A43-1653-4FFA-8BC1-CBAF02D1C4FB}" type="presParOf" srcId="{955B8217-851F-436F-9569-08C948D94B7C}" destId="{45DAB175-0E55-49F4-95B0-C5B0404E0D4F}" srcOrd="1" destOrd="0" presId="urn:microsoft.com/office/officeart/2024/3/layout/verticalVisualTextBlock1"/>
    <dgm:cxn modelId="{06FF5A85-2C38-435D-B07F-BE24D43CD0DE}" type="presParOf" srcId="{955B8217-851F-436F-9569-08C948D94B7C}" destId="{33EE0047-45F2-46CD-8BBD-1309B9C452F7}" srcOrd="2" destOrd="0" presId="urn:microsoft.com/office/officeart/2024/3/layout/verticalVisualTextBlock1"/>
    <dgm:cxn modelId="{5423D16A-D249-460A-9B70-7131165225CC}" type="presParOf" srcId="{104EF223-3A72-4450-9C61-ED3289C9B096}" destId="{AA2714E5-32A0-4CD0-BF8F-3E05957AE74E}" srcOrd="3" destOrd="0" presId="urn:microsoft.com/office/officeart/2024/3/layout/verticalVisualTextBlock1"/>
    <dgm:cxn modelId="{71C70C71-11E8-4975-990D-12D04FE3AA5A}" type="presParOf" srcId="{104EF223-3A72-4450-9C61-ED3289C9B096}" destId="{51BF8AC5-1799-4842-8D9D-70C1137D1252}" srcOrd="4" destOrd="0" presId="urn:microsoft.com/office/officeart/2024/3/layout/verticalVisualTextBlock1"/>
    <dgm:cxn modelId="{24CFD43B-BF0C-427C-9A22-4860077063DA}" type="presParOf" srcId="{51BF8AC5-1799-4842-8D9D-70C1137D1252}" destId="{FB9DA147-2A3A-4DC4-AA28-3F64A2444309}" srcOrd="0" destOrd="0" presId="urn:microsoft.com/office/officeart/2024/3/layout/verticalVisualTextBlock1"/>
    <dgm:cxn modelId="{6A2EA429-2F03-4FB8-98BA-BD61BDF9AA9A}" type="presParOf" srcId="{51BF8AC5-1799-4842-8D9D-70C1137D1252}" destId="{4165D555-2AF2-4462-817F-C30FB3A8A16A}" srcOrd="1" destOrd="0" presId="urn:microsoft.com/office/officeart/2024/3/layout/verticalVisualTextBlock1"/>
    <dgm:cxn modelId="{51652367-6047-4022-8049-463EC4053195}" type="presParOf" srcId="{51BF8AC5-1799-4842-8D9D-70C1137D1252}" destId="{78C5C8B6-7D34-45C8-8CF5-2C7A9EDEF1DF}"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863C24-7117-49AA-AD67-84222E7C8A72}"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4A962DB4-C4BE-4E85-886C-2E6579A059CD}">
      <dgm:prSet/>
      <dgm:spPr/>
      <dgm:t>
        <a:bodyPr/>
        <a:lstStyle/>
        <a:p>
          <a:pPr>
            <a:lnSpc>
              <a:spcPct val="100000"/>
            </a:lnSpc>
            <a:defRPr b="1"/>
          </a:pPr>
          <a:r>
            <a:rPr lang="en-US"/>
            <a:t>Understanding Challenges</a:t>
          </a:r>
        </a:p>
      </dgm:t>
    </dgm:pt>
    <dgm:pt modelId="{DAB337C7-E8CC-4F91-9648-2CBC70B08B54}" type="parTrans" cxnId="{A2E56081-2E80-462D-A07F-80FD7A4C3C7D}">
      <dgm:prSet/>
      <dgm:spPr/>
      <dgm:t>
        <a:bodyPr/>
        <a:lstStyle/>
        <a:p>
          <a:endParaRPr lang="en-US"/>
        </a:p>
      </dgm:t>
    </dgm:pt>
    <dgm:pt modelId="{FA1C1257-1086-4B1C-9EE6-3BE42821CFC0}" type="sibTrans" cxnId="{A2E56081-2E80-462D-A07F-80FD7A4C3C7D}">
      <dgm:prSet/>
      <dgm:spPr/>
      <dgm:t>
        <a:bodyPr/>
        <a:lstStyle/>
        <a:p>
          <a:pPr>
            <a:lnSpc>
              <a:spcPct val="100000"/>
            </a:lnSpc>
            <a:defRPr b="1"/>
          </a:pPr>
          <a:endParaRPr lang="en-US"/>
        </a:p>
      </dgm:t>
    </dgm:pt>
    <dgm:pt modelId="{A1E0364E-2F32-4342-B3E9-7A0D28DB5A44}">
      <dgm:prSet/>
      <dgm:spPr/>
      <dgm:t>
        <a:bodyPr/>
        <a:lstStyle/>
        <a:p>
          <a:pPr>
            <a:lnSpc>
              <a:spcPct val="100000"/>
            </a:lnSpc>
          </a:pPr>
          <a:r>
            <a:rPr lang="en-US"/>
            <a:t>Recognizing barriers is essential for building a just and learning organizational culture.</a:t>
          </a:r>
        </a:p>
      </dgm:t>
    </dgm:pt>
    <dgm:pt modelId="{8A10340E-FBD3-4C92-B8EA-5E25A3B831E7}" type="parTrans" cxnId="{546EC0D1-444B-4D6E-91A6-4E9853BA8505}">
      <dgm:prSet/>
      <dgm:spPr/>
      <dgm:t>
        <a:bodyPr/>
        <a:lstStyle/>
        <a:p>
          <a:endParaRPr lang="en-US"/>
        </a:p>
      </dgm:t>
    </dgm:pt>
    <dgm:pt modelId="{8FC29154-DEC9-4987-9C70-775AA1971D45}" type="sibTrans" cxnId="{546EC0D1-444B-4D6E-91A6-4E9853BA8505}">
      <dgm:prSet/>
      <dgm:spPr/>
      <dgm:t>
        <a:bodyPr/>
        <a:lstStyle/>
        <a:p>
          <a:endParaRPr lang="en-US"/>
        </a:p>
      </dgm:t>
    </dgm:pt>
    <dgm:pt modelId="{81ABF86F-DF83-4D98-A65F-908387EB0E0B}">
      <dgm:prSet/>
      <dgm:spPr/>
      <dgm:t>
        <a:bodyPr/>
        <a:lstStyle/>
        <a:p>
          <a:pPr>
            <a:lnSpc>
              <a:spcPct val="100000"/>
            </a:lnSpc>
            <a:defRPr b="1"/>
          </a:pPr>
          <a:r>
            <a:rPr lang="en-US"/>
            <a:t>Strong Leadership</a:t>
          </a:r>
        </a:p>
      </dgm:t>
    </dgm:pt>
    <dgm:pt modelId="{90E137D3-F986-4518-A1DB-FB82A176D20C}" type="parTrans" cxnId="{0DD92194-F8A9-4AD7-B098-FC1C828A9EA8}">
      <dgm:prSet/>
      <dgm:spPr/>
      <dgm:t>
        <a:bodyPr/>
        <a:lstStyle/>
        <a:p>
          <a:endParaRPr lang="en-US"/>
        </a:p>
      </dgm:t>
    </dgm:pt>
    <dgm:pt modelId="{4C72F5D3-09F6-4D74-B362-83C8BBF88A1C}" type="sibTrans" cxnId="{0DD92194-F8A9-4AD7-B098-FC1C828A9EA8}">
      <dgm:prSet/>
      <dgm:spPr/>
      <dgm:t>
        <a:bodyPr/>
        <a:lstStyle/>
        <a:p>
          <a:pPr>
            <a:lnSpc>
              <a:spcPct val="100000"/>
            </a:lnSpc>
            <a:defRPr b="1"/>
          </a:pPr>
          <a:endParaRPr lang="en-US"/>
        </a:p>
      </dgm:t>
    </dgm:pt>
    <dgm:pt modelId="{92A6BFE7-6A0C-4EAC-9C47-0E0E213144EA}">
      <dgm:prSet/>
      <dgm:spPr/>
      <dgm:t>
        <a:bodyPr/>
        <a:lstStyle/>
        <a:p>
          <a:pPr>
            <a:lnSpc>
              <a:spcPct val="100000"/>
            </a:lnSpc>
          </a:pPr>
          <a:r>
            <a:rPr lang="en-US"/>
            <a:t>Effective leadership drives commitment and fosters a culture of trust and continuous improvement.</a:t>
          </a:r>
        </a:p>
      </dgm:t>
    </dgm:pt>
    <dgm:pt modelId="{457B5D43-9BCF-4D36-9CC6-79DD464B1635}" type="parTrans" cxnId="{B6017A11-FB9C-4D98-97D4-3E3352D663A5}">
      <dgm:prSet/>
      <dgm:spPr/>
      <dgm:t>
        <a:bodyPr/>
        <a:lstStyle/>
        <a:p>
          <a:endParaRPr lang="en-US"/>
        </a:p>
      </dgm:t>
    </dgm:pt>
    <dgm:pt modelId="{A07E8AFF-42E9-4142-ADCC-4D1CBA785745}" type="sibTrans" cxnId="{B6017A11-FB9C-4D98-97D4-3E3352D663A5}">
      <dgm:prSet/>
      <dgm:spPr/>
      <dgm:t>
        <a:bodyPr/>
        <a:lstStyle/>
        <a:p>
          <a:endParaRPr lang="en-US"/>
        </a:p>
      </dgm:t>
    </dgm:pt>
    <dgm:pt modelId="{EB24EA04-9FC9-4992-93BF-3865D1EFD779}">
      <dgm:prSet/>
      <dgm:spPr/>
      <dgm:t>
        <a:bodyPr/>
        <a:lstStyle/>
        <a:p>
          <a:pPr>
            <a:lnSpc>
              <a:spcPct val="100000"/>
            </a:lnSpc>
            <a:defRPr b="1"/>
          </a:pPr>
          <a:r>
            <a:rPr lang="en-US"/>
            <a:t>Communication and Trust</a:t>
          </a:r>
        </a:p>
      </dgm:t>
    </dgm:pt>
    <dgm:pt modelId="{2C693D9C-20D4-4E57-9156-B6576628E849}" type="parTrans" cxnId="{170F1598-FCA1-4539-A61B-2F93FC8F8996}">
      <dgm:prSet/>
      <dgm:spPr/>
      <dgm:t>
        <a:bodyPr/>
        <a:lstStyle/>
        <a:p>
          <a:endParaRPr lang="en-US"/>
        </a:p>
      </dgm:t>
    </dgm:pt>
    <dgm:pt modelId="{EB69518E-301F-4144-9018-880A658657A0}" type="sibTrans" cxnId="{170F1598-FCA1-4539-A61B-2F93FC8F8996}">
      <dgm:prSet/>
      <dgm:spPr/>
      <dgm:t>
        <a:bodyPr/>
        <a:lstStyle/>
        <a:p>
          <a:endParaRPr lang="en-US"/>
        </a:p>
      </dgm:t>
    </dgm:pt>
    <dgm:pt modelId="{875160D9-9A6E-4B1E-BDD4-A983EF90E48D}">
      <dgm:prSet/>
      <dgm:spPr/>
      <dgm:t>
        <a:bodyPr/>
        <a:lstStyle/>
        <a:p>
          <a:pPr>
            <a:lnSpc>
              <a:spcPct val="100000"/>
            </a:lnSpc>
          </a:pPr>
          <a:r>
            <a:rPr lang="en-US"/>
            <a:t>Open communication helps cultivate trust, supporting organizational learning and growth.</a:t>
          </a:r>
        </a:p>
      </dgm:t>
    </dgm:pt>
    <dgm:pt modelId="{D860B9D2-4FC7-4E6B-9659-B4808F3B7408}" type="parTrans" cxnId="{185B5827-2B56-474B-A332-F69041D8FB4C}">
      <dgm:prSet/>
      <dgm:spPr/>
      <dgm:t>
        <a:bodyPr/>
        <a:lstStyle/>
        <a:p>
          <a:endParaRPr lang="en-US"/>
        </a:p>
      </dgm:t>
    </dgm:pt>
    <dgm:pt modelId="{B92C705C-4D6D-449E-9E64-7C6F203F9732}" type="sibTrans" cxnId="{185B5827-2B56-474B-A332-F69041D8FB4C}">
      <dgm:prSet/>
      <dgm:spPr/>
      <dgm:t>
        <a:bodyPr/>
        <a:lstStyle/>
        <a:p>
          <a:endParaRPr lang="en-US"/>
        </a:p>
      </dgm:t>
    </dgm:pt>
    <dgm:pt modelId="{4F0F1E79-FFBB-4A86-B56C-A4A79ACB0C90}" type="pres">
      <dgm:prSet presAssocID="{4E863C24-7117-49AA-AD67-84222E7C8A72}" presName="Name0" presStyleCnt="0">
        <dgm:presLayoutVars>
          <dgm:dir/>
          <dgm:resizeHandles val="exact"/>
        </dgm:presLayoutVars>
      </dgm:prSet>
      <dgm:spPr/>
    </dgm:pt>
    <dgm:pt modelId="{23456A3A-4702-464B-B40F-2B1BBEF0C146}" type="pres">
      <dgm:prSet presAssocID="{4A962DB4-C4BE-4E85-886C-2E6579A059CD}" presName="compNode" presStyleCnt="0"/>
      <dgm:spPr/>
    </dgm:pt>
    <dgm:pt modelId="{25CCFC00-3E30-46E5-AA4C-7216D8E5BB14}" type="pres">
      <dgm:prSet presAssocID="{4A962DB4-C4BE-4E85-886C-2E6579A059CD}" presName="pictRect" presStyleLbl="revTx" presStyleIdx="0" presStyleCnt="6">
        <dgm:presLayoutVars>
          <dgm:chMax val="0"/>
          <dgm:bulletEnabled/>
        </dgm:presLayoutVars>
      </dgm:prSet>
      <dgm:spPr/>
    </dgm:pt>
    <dgm:pt modelId="{C1A4FF6E-8FE9-4C27-B4B3-6A3409AC2A5C}" type="pres">
      <dgm:prSet presAssocID="{4A962DB4-C4BE-4E85-886C-2E6579A059CD}" presName="textRect" presStyleLbl="revTx" presStyleIdx="1" presStyleCnt="6">
        <dgm:presLayoutVars>
          <dgm:bulletEnabled/>
        </dgm:presLayoutVars>
      </dgm:prSet>
      <dgm:spPr/>
    </dgm:pt>
    <dgm:pt modelId="{FF413B3C-8F9B-4765-AB12-EB57614AA04D}" type="pres">
      <dgm:prSet presAssocID="{FA1C1257-1086-4B1C-9EE6-3BE42821CFC0}" presName="sibTrans" presStyleLbl="sibTrans2D1" presStyleIdx="0" presStyleCnt="0"/>
      <dgm:spPr/>
    </dgm:pt>
    <dgm:pt modelId="{4CF94033-31AC-4F44-BF52-73D733072259}" type="pres">
      <dgm:prSet presAssocID="{81ABF86F-DF83-4D98-A65F-908387EB0E0B}" presName="compNode" presStyleCnt="0"/>
      <dgm:spPr/>
    </dgm:pt>
    <dgm:pt modelId="{65EA1DBD-A0B1-4DDF-8294-B7F809C7C1B9}" type="pres">
      <dgm:prSet presAssocID="{81ABF86F-DF83-4D98-A65F-908387EB0E0B}" presName="pictRect" presStyleLbl="revTx" presStyleIdx="2" presStyleCnt="6">
        <dgm:presLayoutVars>
          <dgm:chMax val="0"/>
          <dgm:bulletEnabled/>
        </dgm:presLayoutVars>
      </dgm:prSet>
      <dgm:spPr/>
    </dgm:pt>
    <dgm:pt modelId="{E161C93A-C574-45E5-AE6C-8FAB90889B26}" type="pres">
      <dgm:prSet presAssocID="{81ABF86F-DF83-4D98-A65F-908387EB0E0B}" presName="textRect" presStyleLbl="revTx" presStyleIdx="3" presStyleCnt="6">
        <dgm:presLayoutVars>
          <dgm:bulletEnabled/>
        </dgm:presLayoutVars>
      </dgm:prSet>
      <dgm:spPr/>
    </dgm:pt>
    <dgm:pt modelId="{5CDDC23B-A73C-4B22-8505-D85D3D20A236}" type="pres">
      <dgm:prSet presAssocID="{4C72F5D3-09F6-4D74-B362-83C8BBF88A1C}" presName="sibTrans" presStyleLbl="sibTrans2D1" presStyleIdx="0" presStyleCnt="0"/>
      <dgm:spPr/>
    </dgm:pt>
    <dgm:pt modelId="{8DCF1AEB-DDF5-4ED7-A4E0-4AD2198021F1}" type="pres">
      <dgm:prSet presAssocID="{EB24EA04-9FC9-4992-93BF-3865D1EFD779}" presName="compNode" presStyleCnt="0"/>
      <dgm:spPr/>
    </dgm:pt>
    <dgm:pt modelId="{A8FE4F0E-F548-4A89-A65F-26371FC5E9F0}" type="pres">
      <dgm:prSet presAssocID="{EB24EA04-9FC9-4992-93BF-3865D1EFD779}" presName="pictRect" presStyleLbl="revTx" presStyleIdx="4" presStyleCnt="6">
        <dgm:presLayoutVars>
          <dgm:chMax val="0"/>
          <dgm:bulletEnabled/>
        </dgm:presLayoutVars>
      </dgm:prSet>
      <dgm:spPr/>
    </dgm:pt>
    <dgm:pt modelId="{F5C6DEB0-B059-4DC2-BCCF-530ADBCC46AF}" type="pres">
      <dgm:prSet presAssocID="{EB24EA04-9FC9-4992-93BF-3865D1EFD779}" presName="textRect" presStyleLbl="revTx" presStyleIdx="5" presStyleCnt="6">
        <dgm:presLayoutVars>
          <dgm:bulletEnabled/>
        </dgm:presLayoutVars>
      </dgm:prSet>
      <dgm:spPr/>
    </dgm:pt>
  </dgm:ptLst>
  <dgm:cxnLst>
    <dgm:cxn modelId="{4C9A7B06-1319-4005-A132-9EBC6AC0438B}" type="presOf" srcId="{A1E0364E-2F32-4342-B3E9-7A0D28DB5A44}" destId="{C1A4FF6E-8FE9-4C27-B4B3-6A3409AC2A5C}" srcOrd="0" destOrd="0" presId="urn:microsoft.com/office/officeart/2024/3/layout/hArchList1"/>
    <dgm:cxn modelId="{FF2B1C0D-F77C-476F-BCA0-2B270049EE12}" type="presOf" srcId="{4C72F5D3-09F6-4D74-B362-83C8BBF88A1C}" destId="{5CDDC23B-A73C-4B22-8505-D85D3D20A236}" srcOrd="0" destOrd="0" presId="urn:microsoft.com/office/officeart/2024/3/layout/hArchList1"/>
    <dgm:cxn modelId="{B6017A11-FB9C-4D98-97D4-3E3352D663A5}" srcId="{81ABF86F-DF83-4D98-A65F-908387EB0E0B}" destId="{92A6BFE7-6A0C-4EAC-9C47-0E0E213144EA}" srcOrd="0" destOrd="0" parTransId="{457B5D43-9BCF-4D36-9CC6-79DD464B1635}" sibTransId="{A07E8AFF-42E9-4142-ADCC-4D1CBA785745}"/>
    <dgm:cxn modelId="{36120F27-8E82-4EA2-B2DB-66ABCF930477}" type="presOf" srcId="{4A962DB4-C4BE-4E85-886C-2E6579A059CD}" destId="{25CCFC00-3E30-46E5-AA4C-7216D8E5BB14}" srcOrd="0" destOrd="0" presId="urn:microsoft.com/office/officeart/2024/3/layout/hArchList1"/>
    <dgm:cxn modelId="{185B5827-2B56-474B-A332-F69041D8FB4C}" srcId="{EB24EA04-9FC9-4992-93BF-3865D1EFD779}" destId="{875160D9-9A6E-4B1E-BDD4-A983EF90E48D}" srcOrd="0" destOrd="0" parTransId="{D860B9D2-4FC7-4E6B-9659-B4808F3B7408}" sibTransId="{B92C705C-4D6D-449E-9E64-7C6F203F9732}"/>
    <dgm:cxn modelId="{FB52FB2E-54FD-49A2-8913-D93167E277A2}" type="presOf" srcId="{81ABF86F-DF83-4D98-A65F-908387EB0E0B}" destId="{65EA1DBD-A0B1-4DDF-8294-B7F809C7C1B9}" srcOrd="0" destOrd="0" presId="urn:microsoft.com/office/officeart/2024/3/layout/hArchList1"/>
    <dgm:cxn modelId="{C8D3893E-B8D0-4C49-8436-CD3EC90C1EDA}" type="presOf" srcId="{4E863C24-7117-49AA-AD67-84222E7C8A72}" destId="{4F0F1E79-FFBB-4A86-B56C-A4A79ACB0C90}" srcOrd="0" destOrd="0" presId="urn:microsoft.com/office/officeart/2024/3/layout/hArchList1"/>
    <dgm:cxn modelId="{691ECE61-FAF8-4B34-B6E5-E18916D2D159}" type="presOf" srcId="{92A6BFE7-6A0C-4EAC-9C47-0E0E213144EA}" destId="{E161C93A-C574-45E5-AE6C-8FAB90889B26}" srcOrd="0" destOrd="0" presId="urn:microsoft.com/office/officeart/2024/3/layout/hArchList1"/>
    <dgm:cxn modelId="{A2E56081-2E80-462D-A07F-80FD7A4C3C7D}" srcId="{4E863C24-7117-49AA-AD67-84222E7C8A72}" destId="{4A962DB4-C4BE-4E85-886C-2E6579A059CD}" srcOrd="0" destOrd="0" parTransId="{DAB337C7-E8CC-4F91-9648-2CBC70B08B54}" sibTransId="{FA1C1257-1086-4B1C-9EE6-3BE42821CFC0}"/>
    <dgm:cxn modelId="{0DD92194-F8A9-4AD7-B098-FC1C828A9EA8}" srcId="{4E863C24-7117-49AA-AD67-84222E7C8A72}" destId="{81ABF86F-DF83-4D98-A65F-908387EB0E0B}" srcOrd="1" destOrd="0" parTransId="{90E137D3-F986-4518-A1DB-FB82A176D20C}" sibTransId="{4C72F5D3-09F6-4D74-B362-83C8BBF88A1C}"/>
    <dgm:cxn modelId="{170F1598-FCA1-4539-A61B-2F93FC8F8996}" srcId="{4E863C24-7117-49AA-AD67-84222E7C8A72}" destId="{EB24EA04-9FC9-4992-93BF-3865D1EFD779}" srcOrd="2" destOrd="0" parTransId="{2C693D9C-20D4-4E57-9156-B6576628E849}" sibTransId="{EB69518E-301F-4144-9018-880A658657A0}"/>
    <dgm:cxn modelId="{489CAAA8-0E45-45CF-9201-952276F31D91}" type="presOf" srcId="{EB24EA04-9FC9-4992-93BF-3865D1EFD779}" destId="{A8FE4F0E-F548-4A89-A65F-26371FC5E9F0}" srcOrd="0" destOrd="0" presId="urn:microsoft.com/office/officeart/2024/3/layout/hArchList1"/>
    <dgm:cxn modelId="{044300AB-EFB4-4082-B420-3C479E510096}" type="presOf" srcId="{875160D9-9A6E-4B1E-BDD4-A983EF90E48D}" destId="{F5C6DEB0-B059-4DC2-BCCF-530ADBCC46AF}" srcOrd="0" destOrd="0" presId="urn:microsoft.com/office/officeart/2024/3/layout/hArchList1"/>
    <dgm:cxn modelId="{546EC0D1-444B-4D6E-91A6-4E9853BA8505}" srcId="{4A962DB4-C4BE-4E85-886C-2E6579A059CD}" destId="{A1E0364E-2F32-4342-B3E9-7A0D28DB5A44}" srcOrd="0" destOrd="0" parTransId="{8A10340E-FBD3-4C92-B8EA-5E25A3B831E7}" sibTransId="{8FC29154-DEC9-4987-9C70-775AA1971D45}"/>
    <dgm:cxn modelId="{99DF42F8-FCD1-45E7-89ED-8D50B50991E3}" type="presOf" srcId="{FA1C1257-1086-4B1C-9EE6-3BE42821CFC0}" destId="{FF413B3C-8F9B-4765-AB12-EB57614AA04D}" srcOrd="0" destOrd="0" presId="urn:microsoft.com/office/officeart/2024/3/layout/hArchList1"/>
    <dgm:cxn modelId="{D524461B-8897-4741-82B6-5FD12574767F}" type="presParOf" srcId="{4F0F1E79-FFBB-4A86-B56C-A4A79ACB0C90}" destId="{23456A3A-4702-464B-B40F-2B1BBEF0C146}" srcOrd="0" destOrd="0" presId="urn:microsoft.com/office/officeart/2024/3/layout/hArchList1"/>
    <dgm:cxn modelId="{F4F767F4-4C08-4EE9-9970-5A7E23A4BC14}" type="presParOf" srcId="{23456A3A-4702-464B-B40F-2B1BBEF0C146}" destId="{25CCFC00-3E30-46E5-AA4C-7216D8E5BB14}" srcOrd="0" destOrd="0" presId="urn:microsoft.com/office/officeart/2024/3/layout/hArchList1"/>
    <dgm:cxn modelId="{4071FBD0-77B4-47A1-97E1-360EB89CB678}" type="presParOf" srcId="{23456A3A-4702-464B-B40F-2B1BBEF0C146}" destId="{C1A4FF6E-8FE9-4C27-B4B3-6A3409AC2A5C}" srcOrd="1" destOrd="0" presId="urn:microsoft.com/office/officeart/2024/3/layout/hArchList1"/>
    <dgm:cxn modelId="{789A7118-147D-4F00-9DFD-01B7115BA205}" type="presParOf" srcId="{4F0F1E79-FFBB-4A86-B56C-A4A79ACB0C90}" destId="{FF413B3C-8F9B-4765-AB12-EB57614AA04D}" srcOrd="1" destOrd="0" presId="urn:microsoft.com/office/officeart/2024/3/layout/hArchList1"/>
    <dgm:cxn modelId="{19A1100A-EBF3-4FF8-B74B-B996E5DB242D}" type="presParOf" srcId="{4F0F1E79-FFBB-4A86-B56C-A4A79ACB0C90}" destId="{4CF94033-31AC-4F44-BF52-73D733072259}" srcOrd="2" destOrd="0" presId="urn:microsoft.com/office/officeart/2024/3/layout/hArchList1"/>
    <dgm:cxn modelId="{5BD7BE75-A30B-4ABF-A649-C0D183F2FF7A}" type="presParOf" srcId="{4CF94033-31AC-4F44-BF52-73D733072259}" destId="{65EA1DBD-A0B1-4DDF-8294-B7F809C7C1B9}" srcOrd="0" destOrd="0" presId="urn:microsoft.com/office/officeart/2024/3/layout/hArchList1"/>
    <dgm:cxn modelId="{7A824D79-AC7C-4A7E-8E26-8EB424FF7DF5}" type="presParOf" srcId="{4CF94033-31AC-4F44-BF52-73D733072259}" destId="{E161C93A-C574-45E5-AE6C-8FAB90889B26}" srcOrd="1" destOrd="0" presId="urn:microsoft.com/office/officeart/2024/3/layout/hArchList1"/>
    <dgm:cxn modelId="{38BC3C92-255E-4584-8443-C9C60D513094}" type="presParOf" srcId="{4F0F1E79-FFBB-4A86-B56C-A4A79ACB0C90}" destId="{5CDDC23B-A73C-4B22-8505-D85D3D20A236}" srcOrd="3" destOrd="0" presId="urn:microsoft.com/office/officeart/2024/3/layout/hArchList1"/>
    <dgm:cxn modelId="{A295D08B-66CD-4241-A2E1-30367B229AA5}" type="presParOf" srcId="{4F0F1E79-FFBB-4A86-B56C-A4A79ACB0C90}" destId="{8DCF1AEB-DDF5-4ED7-A4E0-4AD2198021F1}" srcOrd="4" destOrd="0" presId="urn:microsoft.com/office/officeart/2024/3/layout/hArchList1"/>
    <dgm:cxn modelId="{41B9907F-A00E-4F0F-B58A-191C1957555D}" type="presParOf" srcId="{8DCF1AEB-DDF5-4ED7-A4E0-4AD2198021F1}" destId="{A8FE4F0E-F548-4A89-A65F-26371FC5E9F0}" srcOrd="0" destOrd="0" presId="urn:microsoft.com/office/officeart/2024/3/layout/hArchList1"/>
    <dgm:cxn modelId="{2C1BF3E6-BB2B-4AB8-B19F-B1DF3B12FE36}" type="presParOf" srcId="{8DCF1AEB-DDF5-4ED7-A4E0-4AD2198021F1}" destId="{F5C6DEB0-B059-4DC2-BCCF-530ADBCC46AF}" srcOrd="1" destOrd="0" presId="urn:microsoft.com/office/officeart/2024/3/layout/hArc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32CF50-5DEC-482F-9DFC-5F9A4D566334}">
      <dsp:nvSpPr>
        <dsp:cNvPr id="0" name=""/>
        <dsp:cNvSpPr/>
      </dsp:nvSpPr>
      <dsp:spPr>
        <a:xfrm>
          <a:off x="0" y="0"/>
          <a:ext cx="1486290" cy="1486290"/>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1687" r="7816" b="4"/>
          <a:stretch/>
        </a:blipFill>
        <a:ln>
          <a:noFill/>
        </a:ln>
        <a:effectLst/>
      </dsp:spPr>
      <dsp:style>
        <a:lnRef idx="0">
          <a:scrgbClr r="0" g="0" b="0"/>
        </a:lnRef>
        <a:fillRef idx="3">
          <a:scrgbClr r="0" g="0" b="0"/>
        </a:fillRef>
        <a:effectRef idx="2">
          <a:scrgbClr r="0" g="0" b="0"/>
        </a:effectRef>
        <a:fontRef idx="minor">
          <a:schemeClr val="lt1"/>
        </a:fontRef>
      </dsp:style>
    </dsp:sp>
    <dsp:sp modelId="{F314EDE8-A47D-4E4C-A975-D10BFCC14E1E}">
      <dsp:nvSpPr>
        <dsp:cNvPr id="0" name=""/>
        <dsp:cNvSpPr/>
      </dsp:nvSpPr>
      <dsp:spPr>
        <a:xfrm>
          <a:off x="1666290" y="0"/>
          <a:ext cx="4165653" cy="33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Culture of Blame</a:t>
          </a:r>
        </a:p>
      </dsp:txBody>
      <dsp:txXfrm>
        <a:off x="1666290" y="0"/>
        <a:ext cx="4165653" cy="338333"/>
      </dsp:txXfrm>
    </dsp:sp>
    <dsp:sp modelId="{7062EBE1-ECF1-42BC-9187-BF7541523467}">
      <dsp:nvSpPr>
        <dsp:cNvPr id="0" name=""/>
        <dsp:cNvSpPr/>
      </dsp:nvSpPr>
      <dsp:spPr>
        <a:xfrm>
          <a:off x="1666290" y="338333"/>
          <a:ext cx="4165653" cy="1147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 culture focused on blame discourages employees from reporting errors and near misses.</a:t>
          </a:r>
        </a:p>
      </dsp:txBody>
      <dsp:txXfrm>
        <a:off x="1666290" y="338333"/>
        <a:ext cx="4165653" cy="1147957"/>
      </dsp:txXfrm>
    </dsp:sp>
    <dsp:sp modelId="{BEF3F322-2DC7-4B13-B0A4-AEEE413C4E25}">
      <dsp:nvSpPr>
        <dsp:cNvPr id="0" name=""/>
        <dsp:cNvSpPr/>
      </dsp:nvSpPr>
      <dsp:spPr>
        <a:xfrm>
          <a:off x="0" y="1605194"/>
          <a:ext cx="1486290" cy="1486290"/>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6084" r="17170" b="7"/>
          <a:stretch/>
        </a:blipFill>
        <a:ln>
          <a:noFill/>
        </a:ln>
        <a:effectLst/>
      </dsp:spPr>
      <dsp:style>
        <a:lnRef idx="0">
          <a:scrgbClr r="0" g="0" b="0"/>
        </a:lnRef>
        <a:fillRef idx="3">
          <a:scrgbClr r="0" g="0" b="0"/>
        </a:fillRef>
        <a:effectRef idx="2">
          <a:scrgbClr r="0" g="0" b="0"/>
        </a:effectRef>
        <a:fontRef idx="minor">
          <a:schemeClr val="lt1"/>
        </a:fontRef>
      </dsp:style>
    </dsp:sp>
    <dsp:sp modelId="{45DAB175-0E55-49F4-95B0-C5B0404E0D4F}">
      <dsp:nvSpPr>
        <dsp:cNvPr id="0" name=""/>
        <dsp:cNvSpPr/>
      </dsp:nvSpPr>
      <dsp:spPr>
        <a:xfrm>
          <a:off x="1666290" y="1605194"/>
          <a:ext cx="4165653" cy="33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Impact on Reporting</a:t>
          </a:r>
        </a:p>
      </dsp:txBody>
      <dsp:txXfrm>
        <a:off x="1666290" y="1605194"/>
        <a:ext cx="4165653" cy="338333"/>
      </dsp:txXfrm>
    </dsp:sp>
    <dsp:sp modelId="{33EE0047-45F2-46CD-8BBD-1309B9C452F7}">
      <dsp:nvSpPr>
        <dsp:cNvPr id="0" name=""/>
        <dsp:cNvSpPr/>
      </dsp:nvSpPr>
      <dsp:spPr>
        <a:xfrm>
          <a:off x="1666290" y="1943527"/>
          <a:ext cx="4165653" cy="1147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Fear of punitive responses reduces openness and prevents learning from mistakes.</a:t>
          </a:r>
        </a:p>
      </dsp:txBody>
      <dsp:txXfrm>
        <a:off x="1666290" y="1943527"/>
        <a:ext cx="4165653" cy="1147957"/>
      </dsp:txXfrm>
    </dsp:sp>
    <dsp:sp modelId="{FB9DA147-2A3A-4DC4-AA28-3F64A2444309}">
      <dsp:nvSpPr>
        <dsp:cNvPr id="0" name=""/>
        <dsp:cNvSpPr/>
      </dsp:nvSpPr>
      <dsp:spPr>
        <a:xfrm>
          <a:off x="0" y="3210388"/>
          <a:ext cx="1486290" cy="148629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3797" r="19457" b="7"/>
          <a:stretch/>
        </a:blipFill>
        <a:ln>
          <a:noFill/>
        </a:ln>
        <a:effectLst/>
      </dsp:spPr>
      <dsp:style>
        <a:lnRef idx="0">
          <a:scrgbClr r="0" g="0" b="0"/>
        </a:lnRef>
        <a:fillRef idx="3">
          <a:scrgbClr r="0" g="0" b="0"/>
        </a:fillRef>
        <a:effectRef idx="2">
          <a:scrgbClr r="0" g="0" b="0"/>
        </a:effectRef>
        <a:fontRef idx="minor">
          <a:schemeClr val="lt1"/>
        </a:fontRef>
      </dsp:style>
    </dsp:sp>
    <dsp:sp modelId="{4165D555-2AF2-4462-817F-C30FB3A8A16A}">
      <dsp:nvSpPr>
        <dsp:cNvPr id="0" name=""/>
        <dsp:cNvSpPr/>
      </dsp:nvSpPr>
      <dsp:spPr>
        <a:xfrm>
          <a:off x="1666290" y="3210388"/>
          <a:ext cx="4165653" cy="33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Encouraging Openness</a:t>
          </a:r>
        </a:p>
      </dsp:txBody>
      <dsp:txXfrm>
        <a:off x="1666290" y="3210388"/>
        <a:ext cx="4165653" cy="338333"/>
      </dsp:txXfrm>
    </dsp:sp>
    <dsp:sp modelId="{78C5C8B6-7D34-45C8-8CF5-2C7A9EDEF1DF}">
      <dsp:nvSpPr>
        <dsp:cNvPr id="0" name=""/>
        <dsp:cNvSpPr/>
      </dsp:nvSpPr>
      <dsp:spPr>
        <a:xfrm>
          <a:off x="1666290" y="3548721"/>
          <a:ext cx="4165653" cy="1147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Overcoming fear is essential to fostering an open environment that promotes learning and improvement.</a:t>
          </a:r>
        </a:p>
      </dsp:txBody>
      <dsp:txXfrm>
        <a:off x="1666290" y="3548721"/>
        <a:ext cx="4165653" cy="11479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CCFC00-3E30-46E5-AA4C-7216D8E5BB14}">
      <dsp:nvSpPr>
        <dsp:cNvPr id="0" name=""/>
        <dsp:cNvSpPr/>
      </dsp:nvSpPr>
      <dsp:spPr>
        <a:xfrm>
          <a:off x="0" y="0"/>
          <a:ext cx="2827568" cy="303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Understanding Challenges</a:t>
          </a:r>
        </a:p>
      </dsp:txBody>
      <dsp:txXfrm>
        <a:off x="0" y="0"/>
        <a:ext cx="2827568" cy="303318"/>
      </dsp:txXfrm>
    </dsp:sp>
    <dsp:sp modelId="{C1A4FF6E-8FE9-4C27-B4B3-6A3409AC2A5C}">
      <dsp:nvSpPr>
        <dsp:cNvPr id="0" name=""/>
        <dsp:cNvSpPr/>
      </dsp:nvSpPr>
      <dsp:spPr>
        <a:xfrm>
          <a:off x="0" y="303318"/>
          <a:ext cx="2827568" cy="2729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Recognizing barriers is essential for building a just and learning organizational culture.</a:t>
          </a:r>
        </a:p>
      </dsp:txBody>
      <dsp:txXfrm>
        <a:off x="0" y="303318"/>
        <a:ext cx="2827568" cy="2729862"/>
      </dsp:txXfrm>
    </dsp:sp>
    <dsp:sp modelId="{65EA1DBD-A0B1-4DDF-8294-B7F809C7C1B9}">
      <dsp:nvSpPr>
        <dsp:cNvPr id="0" name=""/>
        <dsp:cNvSpPr/>
      </dsp:nvSpPr>
      <dsp:spPr>
        <a:xfrm>
          <a:off x="3110324" y="0"/>
          <a:ext cx="2827568" cy="303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Strong Leadership</a:t>
          </a:r>
        </a:p>
      </dsp:txBody>
      <dsp:txXfrm>
        <a:off x="3110324" y="0"/>
        <a:ext cx="2827568" cy="303318"/>
      </dsp:txXfrm>
    </dsp:sp>
    <dsp:sp modelId="{E161C93A-C574-45E5-AE6C-8FAB90889B26}">
      <dsp:nvSpPr>
        <dsp:cNvPr id="0" name=""/>
        <dsp:cNvSpPr/>
      </dsp:nvSpPr>
      <dsp:spPr>
        <a:xfrm>
          <a:off x="3110324" y="303318"/>
          <a:ext cx="2827568" cy="2729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Effective leadership drives commitment and fosters a culture of trust and continuous improvement.</a:t>
          </a:r>
        </a:p>
      </dsp:txBody>
      <dsp:txXfrm>
        <a:off x="3110324" y="303318"/>
        <a:ext cx="2827568" cy="2729862"/>
      </dsp:txXfrm>
    </dsp:sp>
    <dsp:sp modelId="{A8FE4F0E-F548-4A89-A65F-26371FC5E9F0}">
      <dsp:nvSpPr>
        <dsp:cNvPr id="0" name=""/>
        <dsp:cNvSpPr/>
      </dsp:nvSpPr>
      <dsp:spPr>
        <a:xfrm>
          <a:off x="6220649" y="0"/>
          <a:ext cx="2827568" cy="303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Communication and Trust</a:t>
          </a:r>
        </a:p>
      </dsp:txBody>
      <dsp:txXfrm>
        <a:off x="6220649" y="0"/>
        <a:ext cx="2827568" cy="303318"/>
      </dsp:txXfrm>
    </dsp:sp>
    <dsp:sp modelId="{F5C6DEB0-B059-4DC2-BCCF-530ADBCC46AF}">
      <dsp:nvSpPr>
        <dsp:cNvPr id="0" name=""/>
        <dsp:cNvSpPr/>
      </dsp:nvSpPr>
      <dsp:spPr>
        <a:xfrm>
          <a:off x="6220649" y="303318"/>
          <a:ext cx="2827568" cy="2729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Open communication helps cultivate trust, supporting organizational learning and growth.</a:t>
          </a:r>
        </a:p>
      </dsp:txBody>
      <dsp:txXfrm>
        <a:off x="6220649" y="303318"/>
        <a:ext cx="2827568" cy="2729862"/>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A75990-A4A1-4DDE-AA8D-73E60A452DD0}" type="datetimeFigureOut">
              <a:rPr lang="en-US" smtClean="0"/>
              <a:t>7/12/2025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75CD8D-B1D9-4658-A4F0-38CA8D83ED5D}" type="slidenum">
              <a:rPr lang="en-US" smtClean="0"/>
              <a:t>‹#›</a:t>
            </a:fld>
            <a:endParaRPr lang="en-US" dirty="0"/>
          </a:p>
        </p:txBody>
      </p:sp>
    </p:spTree>
    <p:extLst>
      <p:ext uri="{BB962C8B-B14F-4D97-AF65-F5344CB8AC3E}">
        <p14:creationId xmlns:p14="http://schemas.microsoft.com/office/powerpoint/2010/main" val="3830980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C275CD8D-B1D9-4658-A4F0-38CA8D83ED5D}" type="slidenum">
              <a:rPr lang="en-US" smtClean="0"/>
              <a:t>1</a:t>
            </a:fld>
            <a:endParaRPr lang="en-US" dirty="0"/>
          </a:p>
        </p:txBody>
      </p:sp>
    </p:spTree>
    <p:extLst>
      <p:ext uri="{BB962C8B-B14F-4D97-AF65-F5344CB8AC3E}">
        <p14:creationId xmlns:p14="http://schemas.microsoft.com/office/powerpoint/2010/main" val="890581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C275CD8D-B1D9-4658-A4F0-38CA8D83ED5D}" type="slidenum">
              <a:rPr lang="en-US" smtClean="0"/>
              <a:t>2</a:t>
            </a:fld>
            <a:endParaRPr lang="en-US" dirty="0"/>
          </a:p>
        </p:txBody>
      </p:sp>
    </p:spTree>
    <p:extLst>
      <p:ext uri="{BB962C8B-B14F-4D97-AF65-F5344CB8AC3E}">
        <p14:creationId xmlns:p14="http://schemas.microsoft.com/office/powerpoint/2010/main" val="359764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C275CD8D-B1D9-4658-A4F0-38CA8D83ED5D}" type="slidenum">
              <a:rPr lang="en-US" smtClean="0"/>
              <a:t>3</a:t>
            </a:fld>
            <a:endParaRPr lang="en-US" dirty="0"/>
          </a:p>
        </p:txBody>
      </p:sp>
    </p:spTree>
    <p:extLst>
      <p:ext uri="{BB962C8B-B14F-4D97-AF65-F5344CB8AC3E}">
        <p14:creationId xmlns:p14="http://schemas.microsoft.com/office/powerpoint/2010/main" val="2435240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75CD8D-B1D9-4658-A4F0-38CA8D83ED5D}" type="slidenum">
              <a:rPr lang="en-US" smtClean="0"/>
              <a:t>4</a:t>
            </a:fld>
            <a:endParaRPr lang="en-US" dirty="0"/>
          </a:p>
        </p:txBody>
      </p:sp>
    </p:spTree>
    <p:extLst>
      <p:ext uri="{BB962C8B-B14F-4D97-AF65-F5344CB8AC3E}">
        <p14:creationId xmlns:p14="http://schemas.microsoft.com/office/powerpoint/2010/main" val="2387381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75CD8D-B1D9-4658-A4F0-38CA8D83ED5D}" type="slidenum">
              <a:rPr lang="en-US" smtClean="0"/>
              <a:t>5</a:t>
            </a:fld>
            <a:endParaRPr lang="en-US" dirty="0"/>
          </a:p>
        </p:txBody>
      </p:sp>
    </p:spTree>
    <p:extLst>
      <p:ext uri="{BB962C8B-B14F-4D97-AF65-F5344CB8AC3E}">
        <p14:creationId xmlns:p14="http://schemas.microsoft.com/office/powerpoint/2010/main" val="2932684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75CD8D-B1D9-4658-A4F0-38CA8D83ED5D}" type="slidenum">
              <a:rPr lang="en-US" smtClean="0"/>
              <a:t>6</a:t>
            </a:fld>
            <a:endParaRPr lang="en-US" dirty="0"/>
          </a:p>
        </p:txBody>
      </p:sp>
    </p:spTree>
    <p:extLst>
      <p:ext uri="{BB962C8B-B14F-4D97-AF65-F5344CB8AC3E}">
        <p14:creationId xmlns:p14="http://schemas.microsoft.com/office/powerpoint/2010/main" val="2258728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75CD8D-B1D9-4658-A4F0-38CA8D83ED5D}" type="slidenum">
              <a:rPr lang="en-US" smtClean="0"/>
              <a:t>7</a:t>
            </a:fld>
            <a:endParaRPr lang="en-US" dirty="0"/>
          </a:p>
        </p:txBody>
      </p:sp>
    </p:spTree>
    <p:extLst>
      <p:ext uri="{BB962C8B-B14F-4D97-AF65-F5344CB8AC3E}">
        <p14:creationId xmlns:p14="http://schemas.microsoft.com/office/powerpoint/2010/main" val="147249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75CD8D-B1D9-4658-A4F0-38CA8D83ED5D}" type="slidenum">
              <a:rPr lang="en-US" smtClean="0"/>
              <a:t>8</a:t>
            </a:fld>
            <a:endParaRPr lang="en-US" dirty="0"/>
          </a:p>
        </p:txBody>
      </p:sp>
    </p:spTree>
    <p:extLst>
      <p:ext uri="{BB962C8B-B14F-4D97-AF65-F5344CB8AC3E}">
        <p14:creationId xmlns:p14="http://schemas.microsoft.com/office/powerpoint/2010/main" val="30870651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5"/>
          </p:nvPr>
        </p:nvSpPr>
        <p:spPr/>
        <p:txBody>
          <a:bodyPr/>
          <a:lstStyle/>
          <a:p>
            <a:fld id="{C275CD8D-B1D9-4658-A4F0-38CA8D83ED5D}" type="slidenum">
              <a:rPr lang="en-US" smtClean="0"/>
              <a:t>9</a:t>
            </a:fld>
            <a:endParaRPr lang="en-US" dirty="0"/>
          </a:p>
        </p:txBody>
      </p:sp>
    </p:spTree>
    <p:extLst>
      <p:ext uri="{BB962C8B-B14F-4D97-AF65-F5344CB8AC3E}">
        <p14:creationId xmlns:p14="http://schemas.microsoft.com/office/powerpoint/2010/main" val="1717620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E3FCB-E6F6-4B1C-5DAF-56DC57DC47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2D233D-AA58-C5F4-22D8-103B4F42D8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DD05CF-A979-0547-9387-A4FADC22673B}"/>
              </a:ext>
            </a:extLst>
          </p:cNvPr>
          <p:cNvSpPr>
            <a:spLocks noGrp="1"/>
          </p:cNvSpPr>
          <p:nvPr>
            <p:ph type="body" idx="1"/>
          </p:nvPr>
        </p:nvSpPr>
        <p:spPr/>
        <p:txBody>
          <a:bodyPr/>
          <a:lstStyle/>
          <a:p>
            <a:r>
              <a:rPr lang="en-US" dirty="0"/>
              <a:t>.</a:t>
            </a:r>
          </a:p>
        </p:txBody>
      </p:sp>
      <p:sp>
        <p:nvSpPr>
          <p:cNvPr id="4" name="Slide Number Placeholder 3">
            <a:extLst>
              <a:ext uri="{FF2B5EF4-FFF2-40B4-BE49-F238E27FC236}">
                <a16:creationId xmlns:a16="http://schemas.microsoft.com/office/drawing/2014/main" id="{6B8D014E-B00B-A6F9-05D2-1A5B5AF98BEE}"/>
              </a:ext>
            </a:extLst>
          </p:cNvPr>
          <p:cNvSpPr>
            <a:spLocks noGrp="1"/>
          </p:cNvSpPr>
          <p:nvPr>
            <p:ph type="sldNum" sz="quarter" idx="5"/>
          </p:nvPr>
        </p:nvSpPr>
        <p:spPr/>
        <p:txBody>
          <a:bodyPr/>
          <a:lstStyle/>
          <a:p>
            <a:fld id="{C275CD8D-B1D9-4658-A4F0-38CA8D83ED5D}" type="slidenum">
              <a:rPr lang="en-US" smtClean="0"/>
              <a:t>10</a:t>
            </a:fld>
            <a:endParaRPr lang="en-US" dirty="0"/>
          </a:p>
        </p:txBody>
      </p:sp>
    </p:spTree>
    <p:extLst>
      <p:ext uri="{BB962C8B-B14F-4D97-AF65-F5344CB8AC3E}">
        <p14:creationId xmlns:p14="http://schemas.microsoft.com/office/powerpoint/2010/main" val="28950373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808C238F-B856-42A4-BC32-194DCC130D5F}" type="datetime1">
              <a:rPr lang="en-US" smtClean="0"/>
              <a:t>7/12/2025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2C1CB5-A088-4DB4-8A5C-B084F9B2B528}" type="datetime1">
              <a:rPr lang="en-US" smtClean="0"/>
              <a:t>7/12/2025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3C1328-ADC8-435B-8F5C-D339CD9DD487}" type="datetime1">
              <a:rPr lang="en-US" smtClean="0"/>
              <a:t>7/12/2025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256410-64C5-4311-8359-FDA6B61ABBAE}" type="datetime1">
              <a:rPr lang="en-US" smtClean="0"/>
              <a:t>7/12/2025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18B01E-6E1B-4AFC-A690-27C447C9486E}" type="datetime1">
              <a:rPr lang="en-US" smtClean="0"/>
              <a:t>7/12/2025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852F3D2-503A-4E49-99AD-125A054E178F}" type="datetime1">
              <a:rPr lang="en-US" smtClean="0"/>
              <a:t>7/12/2025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166207-223C-48E4-AE22-548ABC801447}" type="datetime1">
              <a:rPr lang="en-US" smtClean="0"/>
              <a:t>7/12/2025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941151-B38C-4230-91F0-8A3BB69A056C}" type="datetime1">
              <a:rPr lang="en-US" smtClean="0"/>
              <a:t>7/12/2025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F6EA29-EE45-46F5-8084-6929433FA14E}" type="datetime1">
              <a:rPr lang="en-US" smtClean="0"/>
              <a:t>7/12/2025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872680-3826-48D8-A0B9-F293E3A564DD}" type="datetime1">
              <a:rPr lang="en-US" smtClean="0"/>
              <a:t>7/12/2025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C0F02A-B435-4587-AE10-6A02865845FD}" type="datetime1">
              <a:rPr lang="en-US" smtClean="0"/>
              <a:t>7/12/2025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DF27A1-9C29-4918-BA16-87149545F673}" type="datetime1">
              <a:rPr lang="en-US" smtClean="0"/>
              <a:t>7/12/2025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EEE601-4D27-49FF-B099-2799466F7EDA}" type="datetime1">
              <a:rPr lang="en-US" smtClean="0"/>
              <a:t>7/12/2025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4E52469-603F-4B0F-8F23-6B2B143D5424}" type="datetime1">
              <a:rPr lang="en-US" smtClean="0"/>
              <a:t>7/12/2025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D7781E0-05FC-475E-A14D-85EF9B55E67B}" type="datetime1">
              <a:rPr lang="en-US" smtClean="0"/>
              <a:t>7/12/2025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8D02C8-8352-4A2E-A3CD-139A8583C932}" type="datetime1">
              <a:rPr lang="en-US" smtClean="0"/>
              <a:t>7/12/2025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680581-4B77-41E9-BE55-C3C9C3900A2A}" type="datetime1">
              <a:rPr lang="en-US" smtClean="0"/>
              <a:t>7/12/2025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567B94D-50C4-4558-AAA1-857DDB1A21EF}" type="datetime1">
              <a:rPr lang="en-US" smtClean="0"/>
              <a:t>7/12/2025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3.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4.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5.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9.jpe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0.jpe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11.jpe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jpeg"/><Relationship Id="rId7" Type="http://schemas.openxmlformats.org/officeDocument/2006/relationships/diagramColors" Target="../diagrams/colors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www.socialpartnershipforum.org/articles/creating-just-and-learning-culture" TargetMode="External"/><Relationship Id="rId5" Type="http://schemas.openxmlformats.org/officeDocument/2006/relationships/hyperlink" Target="https://usewhale.io/blog/building-a-learning-culture/" TargetMode="External"/><Relationship Id="rId4" Type="http://schemas.openxmlformats.org/officeDocument/2006/relationships/hyperlink" Target="https://whatfix.com/blog/learning-cultur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8000"/>
                <a:hueMod val="94000"/>
                <a:satMod val="148000"/>
                <a:lumMod val="150000"/>
              </a:schemeClr>
            </a:gs>
            <a:gs pos="100000">
              <a:schemeClr val="bg1">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BE10567-6165-46A7-867D-4690A16B4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9" name="Rectangle 8">
              <a:extLst>
                <a:ext uri="{FF2B5EF4-FFF2-40B4-BE49-F238E27FC236}">
                  <a16:creationId xmlns:a16="http://schemas.microsoft.com/office/drawing/2014/main" id="{0F4DB1F4-429C-4C85-85D7-C4D81996D3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159C0DA6-71D9-4C96-A774-7FADF5E0A4C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a:solidFill>
                    <a:srgbClr val="FFFFFF"/>
                  </a:solidFill>
                </a14:hiddenFill>
              </a:ext>
            </a:extLst>
          </p:spPr>
        </p:pic>
      </p:grpSp>
      <p:sp>
        <p:nvSpPr>
          <p:cNvPr id="12" name="Round Diagonal Corner Rectangle 7">
            <a:extLst>
              <a:ext uri="{FF2B5EF4-FFF2-40B4-BE49-F238E27FC236}">
                <a16:creationId xmlns:a16="http://schemas.microsoft.com/office/drawing/2014/main" id="{4B24F6DB-F114-44A7-BB56-D401884E4E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rgbClr val="000000">
              <a:alpha val="80000"/>
            </a:srgb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4DB50ECD-225E-4F81-AF7B-706DD05F3B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a:effectLst/>
        </p:grpSpPr>
        <p:sp>
          <p:nvSpPr>
            <p:cNvPr id="15" name="Freeform 32">
              <a:extLst>
                <a:ext uri="{FF2B5EF4-FFF2-40B4-BE49-F238E27FC236}">
                  <a16:creationId xmlns:a16="http://schemas.microsoft.com/office/drawing/2014/main" id="{CBC3B006-1357-4969-BC3D-CDD91E492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6" name="Freeform 33">
              <a:extLst>
                <a:ext uri="{FF2B5EF4-FFF2-40B4-BE49-F238E27FC236}">
                  <a16:creationId xmlns:a16="http://schemas.microsoft.com/office/drawing/2014/main" id="{0D6E4F1D-B331-41B5-90EF-2236C1EE15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7" name="Freeform 34">
              <a:extLst>
                <a:ext uri="{FF2B5EF4-FFF2-40B4-BE49-F238E27FC236}">
                  <a16:creationId xmlns:a16="http://schemas.microsoft.com/office/drawing/2014/main" id="{54A60014-21DF-44E5-9137-4335718850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8" name="Freeform 37">
              <a:extLst>
                <a:ext uri="{FF2B5EF4-FFF2-40B4-BE49-F238E27FC236}">
                  <a16:creationId xmlns:a16="http://schemas.microsoft.com/office/drawing/2014/main" id="{40B768C0-B003-45F4-9A06-EA3509A90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9" name="Freeform 35">
              <a:extLst>
                <a:ext uri="{FF2B5EF4-FFF2-40B4-BE49-F238E27FC236}">
                  <a16:creationId xmlns:a16="http://schemas.microsoft.com/office/drawing/2014/main" id="{5E479182-2054-4AD9-823D-81CFAD7F2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0" name="Freeform 36">
              <a:extLst>
                <a:ext uri="{FF2B5EF4-FFF2-40B4-BE49-F238E27FC236}">
                  <a16:creationId xmlns:a16="http://schemas.microsoft.com/office/drawing/2014/main" id="{A7D912CF-756A-41F1-8BF1-5BA7D1BD05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1" name="Freeform 38">
              <a:extLst>
                <a:ext uri="{FF2B5EF4-FFF2-40B4-BE49-F238E27FC236}">
                  <a16:creationId xmlns:a16="http://schemas.microsoft.com/office/drawing/2014/main" id="{734B6F35-2160-44B1-AB00-F628C84B14F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2" name="Freeform 39">
              <a:extLst>
                <a:ext uri="{FF2B5EF4-FFF2-40B4-BE49-F238E27FC236}">
                  <a16:creationId xmlns:a16="http://schemas.microsoft.com/office/drawing/2014/main" id="{D8657E76-4F63-44FE-86C5-54CA174FC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3" name="Freeform 40">
              <a:extLst>
                <a:ext uri="{FF2B5EF4-FFF2-40B4-BE49-F238E27FC236}">
                  <a16:creationId xmlns:a16="http://schemas.microsoft.com/office/drawing/2014/main" id="{482CEB8C-90E5-4152-8B52-A2881B98A3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4" name="Rectangle 41">
              <a:extLst>
                <a:ext uri="{FF2B5EF4-FFF2-40B4-BE49-F238E27FC236}">
                  <a16:creationId xmlns:a16="http://schemas.microsoft.com/office/drawing/2014/main" id="{85010FC2-BC4C-4692-876D-7FE363BFC6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5" name="Freeform 32">
              <a:extLst>
                <a:ext uri="{FF2B5EF4-FFF2-40B4-BE49-F238E27FC236}">
                  <a16:creationId xmlns:a16="http://schemas.microsoft.com/office/drawing/2014/main" id="{714C1223-2B78-4715-9ACB-079A60D16D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6" name="Freeform 33">
              <a:extLst>
                <a:ext uri="{FF2B5EF4-FFF2-40B4-BE49-F238E27FC236}">
                  <a16:creationId xmlns:a16="http://schemas.microsoft.com/office/drawing/2014/main" id="{1D9109D3-C92A-410B-9B43-5F02B2D84E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7" name="Freeform 34">
              <a:extLst>
                <a:ext uri="{FF2B5EF4-FFF2-40B4-BE49-F238E27FC236}">
                  <a16:creationId xmlns:a16="http://schemas.microsoft.com/office/drawing/2014/main" id="{EF5B327A-A1AE-42F3-815E-84F4AA2948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8" name="Freeform 37">
              <a:extLst>
                <a:ext uri="{FF2B5EF4-FFF2-40B4-BE49-F238E27FC236}">
                  <a16:creationId xmlns:a16="http://schemas.microsoft.com/office/drawing/2014/main" id="{77738BDE-751F-4D4C-B4C4-C9DF3EA29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9" name="Freeform 35">
              <a:extLst>
                <a:ext uri="{FF2B5EF4-FFF2-40B4-BE49-F238E27FC236}">
                  <a16:creationId xmlns:a16="http://schemas.microsoft.com/office/drawing/2014/main" id="{9C8C4AD6-72BF-490C-963C-97C7FD7E7E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0" name="Freeform 36">
              <a:extLst>
                <a:ext uri="{FF2B5EF4-FFF2-40B4-BE49-F238E27FC236}">
                  <a16:creationId xmlns:a16="http://schemas.microsoft.com/office/drawing/2014/main" id="{94990E31-5AA8-4502-A963-CE1B539DAC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1" name="Freeform 38">
              <a:extLst>
                <a:ext uri="{FF2B5EF4-FFF2-40B4-BE49-F238E27FC236}">
                  <a16:creationId xmlns:a16="http://schemas.microsoft.com/office/drawing/2014/main" id="{9E703E9D-ED76-449C-A8C0-7A1E24B8B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2" name="Freeform 39">
              <a:extLst>
                <a:ext uri="{FF2B5EF4-FFF2-40B4-BE49-F238E27FC236}">
                  <a16:creationId xmlns:a16="http://schemas.microsoft.com/office/drawing/2014/main" id="{C70A75E8-C815-4CCF-ABEE-83F19BFE05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3" name="Freeform 40">
              <a:extLst>
                <a:ext uri="{FF2B5EF4-FFF2-40B4-BE49-F238E27FC236}">
                  <a16:creationId xmlns:a16="http://schemas.microsoft.com/office/drawing/2014/main" id="{E15638E1-6A92-4D31-A034-853A65A754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4" name="Rectangle 41">
              <a:extLst>
                <a:ext uri="{FF2B5EF4-FFF2-40B4-BE49-F238E27FC236}">
                  <a16:creationId xmlns:a16="http://schemas.microsoft.com/office/drawing/2014/main" id="{EA3E8D58-D52B-4300-8A50-5696430D1A6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grpSp>
      <p:sp>
        <p:nvSpPr>
          <p:cNvPr id="2" name="Title 1">
            <a:extLst>
              <a:ext uri="{FF2B5EF4-FFF2-40B4-BE49-F238E27FC236}">
                <a16:creationId xmlns:a16="http://schemas.microsoft.com/office/drawing/2014/main" id="{B02D11A7-E217-E9BF-5460-B1CDF9C75739}"/>
              </a:ext>
            </a:extLst>
          </p:cNvPr>
          <p:cNvSpPr>
            <a:spLocks noGrp="1"/>
          </p:cNvSpPr>
          <p:nvPr>
            <p:ph type="ctrTitle"/>
          </p:nvPr>
        </p:nvSpPr>
        <p:spPr>
          <a:xfrm>
            <a:off x="2667000" y="2328334"/>
            <a:ext cx="6858000" cy="879738"/>
          </a:xfrm>
        </p:spPr>
        <p:txBody>
          <a:bodyPr>
            <a:normAutofit/>
          </a:bodyPr>
          <a:lstStyle/>
          <a:p>
            <a:pPr algn="ctr"/>
            <a:r>
              <a:rPr lang="en-US" sz="2400" dirty="0">
                <a:solidFill>
                  <a:srgbClr val="FFFFFF"/>
                </a:solidFill>
              </a:rPr>
              <a:t>Overcoming Barriers to Establishing a Just, Learning Culture</a:t>
            </a:r>
          </a:p>
        </p:txBody>
      </p:sp>
      <p:sp>
        <p:nvSpPr>
          <p:cNvPr id="3" name="Subtitle 2">
            <a:extLst>
              <a:ext uri="{FF2B5EF4-FFF2-40B4-BE49-F238E27FC236}">
                <a16:creationId xmlns:a16="http://schemas.microsoft.com/office/drawing/2014/main" id="{0FC7C8AD-72D1-06CB-C6B6-A0E8EC14BAAA}"/>
              </a:ext>
            </a:extLst>
          </p:cNvPr>
          <p:cNvSpPr>
            <a:spLocks noGrp="1"/>
          </p:cNvSpPr>
          <p:nvPr>
            <p:ph type="subTitle" idx="1"/>
          </p:nvPr>
        </p:nvSpPr>
        <p:spPr>
          <a:xfrm>
            <a:off x="2667001" y="3284274"/>
            <a:ext cx="6857999" cy="1270794"/>
          </a:xfrm>
        </p:spPr>
        <p:txBody>
          <a:bodyPr>
            <a:normAutofit fontScale="55000" lnSpcReduction="20000"/>
          </a:bodyPr>
          <a:lstStyle/>
          <a:p>
            <a:pPr algn="ctr"/>
            <a:r>
              <a:rPr lang="en-US" sz="2800" dirty="0">
                <a:solidFill>
                  <a:schemeClr val="bg2"/>
                </a:solidFill>
              </a:rPr>
              <a:t>Strategies for fostering sustainable organizational transformation</a:t>
            </a:r>
          </a:p>
          <a:p>
            <a:pPr algn="ctr"/>
            <a:r>
              <a:rPr lang="en-US" sz="1200" dirty="0">
                <a:solidFill>
                  <a:schemeClr val="bg2"/>
                </a:solidFill>
              </a:rPr>
              <a:t>By Jacob Cannamela</a:t>
            </a:r>
          </a:p>
          <a:p>
            <a:pPr algn="ctr"/>
            <a:r>
              <a:rPr lang="en-US" sz="1200" dirty="0">
                <a:solidFill>
                  <a:schemeClr val="bg2"/>
                </a:solidFill>
              </a:rPr>
              <a:t>CSD 380 </a:t>
            </a:r>
          </a:p>
          <a:p>
            <a:pPr algn="ctr"/>
            <a:r>
              <a:rPr lang="en-US" sz="1200" dirty="0">
                <a:solidFill>
                  <a:schemeClr val="bg2"/>
                </a:solidFill>
              </a:rPr>
              <a:t>7/12/2025</a:t>
            </a:r>
          </a:p>
          <a:p>
            <a:pPr algn="ctr"/>
            <a:r>
              <a:rPr lang="en-US" sz="1200" dirty="0">
                <a:solidFill>
                  <a:schemeClr val="bg2"/>
                </a:solidFill>
              </a:rPr>
              <a:t>Module 9 Assignment</a:t>
            </a:r>
          </a:p>
        </p:txBody>
      </p:sp>
    </p:spTree>
    <p:extLst>
      <p:ext uri="{BB962C8B-B14F-4D97-AF65-F5344CB8AC3E}">
        <p14:creationId xmlns:p14="http://schemas.microsoft.com/office/powerpoint/2010/main" val="60154593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2000"/>
                                  </p:stCondLst>
                                  <p:iterate type="lt">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4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2000"/>
                                  </p:stCondLst>
                                  <p:iterate type="lt">
                                    <p:tmPct val="10000"/>
                                  </p:iterate>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400"/>
                                        <p:tgtEl>
                                          <p:spTgt spid="3">
                                            <p:txEl>
                                              <p:pRg st="4" end="4"/>
                                            </p:txEl>
                                          </p:spTgt>
                                        </p:tgtEl>
                                      </p:cBhvr>
                                    </p:animEffect>
                                  </p:childTnLst>
                                </p:cTn>
                              </p:par>
                              <p:par>
                                <p:cTn id="31" presetID="42" presetClass="entr" presetSubtype="0" fill="hold" grpId="1" nodeType="withEffect">
                                  <p:stCondLst>
                                    <p:cond delay="250"/>
                                  </p:stCondLst>
                                  <p:iterate type="lt">
                                    <p:tmPct val="10000"/>
                                  </p:iterate>
                                  <p:childTnLst>
                                    <p:set>
                                      <p:cBhvr>
                                        <p:cTn id="32" dur="1" fill="hold">
                                          <p:stCondLst>
                                            <p:cond delay="0"/>
                                          </p:stCondLst>
                                        </p:cTn>
                                        <p:tgtEl>
                                          <p:spTgt spid="3"/>
                                        </p:tgtEl>
                                        <p:attrNameLst>
                                          <p:attrName>style.visibility</p:attrName>
                                        </p:attrNameLst>
                                      </p:cBhvr>
                                      <p:to>
                                        <p:strVal val="visible"/>
                                      </p:to>
                                    </p:set>
                                    <p:animEffect transition="in" filter="fade">
                                      <p:cBhvr>
                                        <p:cTn id="33" dur="250"/>
                                        <p:tgtEl>
                                          <p:spTgt spid="3"/>
                                        </p:tgtEl>
                                      </p:cBhvr>
                                    </p:animEffect>
                                    <p:anim calcmode="lin" valueType="num">
                                      <p:cBhvr>
                                        <p:cTn id="34" dur="250" fill="hold"/>
                                        <p:tgtEl>
                                          <p:spTgt spid="3"/>
                                        </p:tgtEl>
                                        <p:attrNameLst>
                                          <p:attrName>ppt_x</p:attrName>
                                        </p:attrNameLst>
                                      </p:cBhvr>
                                      <p:tavLst>
                                        <p:tav tm="0">
                                          <p:val>
                                            <p:strVal val="#ppt_x"/>
                                          </p:val>
                                        </p:tav>
                                        <p:tav tm="100000">
                                          <p:val>
                                            <p:strVal val="#ppt_x"/>
                                          </p:val>
                                        </p:tav>
                                      </p:tavLst>
                                    </p:anim>
                                    <p:anim calcmode="lin" valueType="num">
                                      <p:cBhvr>
                                        <p:cTn id="3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9FACE42-44B0-4185-8ED4-9043A78C860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a:solidFill>
                  <a:srgbClr val="FFFFFF"/>
                </a:solidFill>
              </a14:hiddenFill>
            </a:ext>
          </a:extLst>
        </p:spPr>
      </p:pic>
      <p:grpSp>
        <p:nvGrpSpPr>
          <p:cNvPr id="12" name="Group 11">
            <a:extLst>
              <a:ext uri="{FF2B5EF4-FFF2-40B4-BE49-F238E27FC236}">
                <a16:creationId xmlns:a16="http://schemas.microsoft.com/office/drawing/2014/main" id="{A838DBA2-246D-4087-AE0A-6EA2B4B65A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B4406F95-9579-494D-BE1E-A012A7F4CB3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4C8D671A-5C73-44CA-B6D0-7F3BC195BA6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26" name="Freeform 6">
                <a:extLst>
                  <a:ext uri="{FF2B5EF4-FFF2-40B4-BE49-F238E27FC236}">
                    <a16:creationId xmlns:a16="http://schemas.microsoft.com/office/drawing/2014/main" id="{F0DB3AC8-B5AD-4004-B0B9-74B58BECA0C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7" name="Freeform 7">
                <a:extLst>
                  <a:ext uri="{FF2B5EF4-FFF2-40B4-BE49-F238E27FC236}">
                    <a16:creationId xmlns:a16="http://schemas.microsoft.com/office/drawing/2014/main" id="{F3B2C8F3-E236-45B2-B2E1-8460F8FD6D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8" name="Freeform 8">
                <a:extLst>
                  <a:ext uri="{FF2B5EF4-FFF2-40B4-BE49-F238E27FC236}">
                    <a16:creationId xmlns:a16="http://schemas.microsoft.com/office/drawing/2014/main" id="{761EE3AC-0BC2-4A29-AD58-5CB0EEFF9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9" name="Freeform 9">
                <a:extLst>
                  <a:ext uri="{FF2B5EF4-FFF2-40B4-BE49-F238E27FC236}">
                    <a16:creationId xmlns:a16="http://schemas.microsoft.com/office/drawing/2014/main" id="{38DC43BE-83DD-43F3-A21F-9B58B1074F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0" name="Freeform 10">
                <a:extLst>
                  <a:ext uri="{FF2B5EF4-FFF2-40B4-BE49-F238E27FC236}">
                    <a16:creationId xmlns:a16="http://schemas.microsoft.com/office/drawing/2014/main" id="{112583CE-53E8-48F6-9F71-25A32BFD6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1" name="Freeform 11">
                <a:extLst>
                  <a:ext uri="{FF2B5EF4-FFF2-40B4-BE49-F238E27FC236}">
                    <a16:creationId xmlns:a16="http://schemas.microsoft.com/office/drawing/2014/main" id="{229A7966-2C4F-4334-8FB7-08521F984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2" name="Freeform 12">
                <a:extLst>
                  <a:ext uri="{FF2B5EF4-FFF2-40B4-BE49-F238E27FC236}">
                    <a16:creationId xmlns:a16="http://schemas.microsoft.com/office/drawing/2014/main" id="{656FCF6A-DF5B-42AA-83C4-22CD7B9947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3" name="Freeform 13">
                <a:extLst>
                  <a:ext uri="{FF2B5EF4-FFF2-40B4-BE49-F238E27FC236}">
                    <a16:creationId xmlns:a16="http://schemas.microsoft.com/office/drawing/2014/main" id="{E908B3EE-F31D-4E8D-BF3C-71F5B35F02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4" name="Freeform 14">
                <a:extLst>
                  <a:ext uri="{FF2B5EF4-FFF2-40B4-BE49-F238E27FC236}">
                    <a16:creationId xmlns:a16="http://schemas.microsoft.com/office/drawing/2014/main" id="{DA9F96D7-B42C-4F80-8F26-72388FE0C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5" name="Freeform 15">
                <a:extLst>
                  <a:ext uri="{FF2B5EF4-FFF2-40B4-BE49-F238E27FC236}">
                    <a16:creationId xmlns:a16="http://schemas.microsoft.com/office/drawing/2014/main" id="{5C9D5861-5A45-408A-A25E-61ED661AD7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6" name="Line 16">
                <a:extLst>
                  <a:ext uri="{FF2B5EF4-FFF2-40B4-BE49-F238E27FC236}">
                    <a16:creationId xmlns:a16="http://schemas.microsoft.com/office/drawing/2014/main" id="{DEEF5DD7-13B2-4CBB-A1AE-193A618B0F0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7" name="Freeform 17">
                <a:extLst>
                  <a:ext uri="{FF2B5EF4-FFF2-40B4-BE49-F238E27FC236}">
                    <a16:creationId xmlns:a16="http://schemas.microsoft.com/office/drawing/2014/main" id="{3D896DDA-5AD2-4360-9E65-A79213105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8" name="Freeform 18">
                <a:extLst>
                  <a:ext uri="{FF2B5EF4-FFF2-40B4-BE49-F238E27FC236}">
                    <a16:creationId xmlns:a16="http://schemas.microsoft.com/office/drawing/2014/main" id="{C088F3B1-D893-4078-8EAE-6A3776F67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9" name="Freeform 19">
                <a:extLst>
                  <a:ext uri="{FF2B5EF4-FFF2-40B4-BE49-F238E27FC236}">
                    <a16:creationId xmlns:a16="http://schemas.microsoft.com/office/drawing/2014/main" id="{23CCB367-42E1-4DEF-BABD-7457EB9F2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0" name="Freeform 20">
                <a:extLst>
                  <a:ext uri="{FF2B5EF4-FFF2-40B4-BE49-F238E27FC236}">
                    <a16:creationId xmlns:a16="http://schemas.microsoft.com/office/drawing/2014/main" id="{BAFD46CE-CD21-4C8E-8ACE-B1A0B74A90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1" name="Rectangle 21">
                <a:extLst>
                  <a:ext uri="{FF2B5EF4-FFF2-40B4-BE49-F238E27FC236}">
                    <a16:creationId xmlns:a16="http://schemas.microsoft.com/office/drawing/2014/main" id="{23980A26-1FFF-4434-A77C-C5A1C96A54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42" name="Freeform 22">
                <a:extLst>
                  <a:ext uri="{FF2B5EF4-FFF2-40B4-BE49-F238E27FC236}">
                    <a16:creationId xmlns:a16="http://schemas.microsoft.com/office/drawing/2014/main" id="{AE64C1E5-E917-4222-8080-3EF831FB46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3" name="Freeform 23">
                <a:extLst>
                  <a:ext uri="{FF2B5EF4-FFF2-40B4-BE49-F238E27FC236}">
                    <a16:creationId xmlns:a16="http://schemas.microsoft.com/office/drawing/2014/main" id="{D4D42DE6-99E5-4D28-834E-6601A7DD93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4" name="Freeform 24">
                <a:extLst>
                  <a:ext uri="{FF2B5EF4-FFF2-40B4-BE49-F238E27FC236}">
                    <a16:creationId xmlns:a16="http://schemas.microsoft.com/office/drawing/2014/main" id="{194304B3-4C44-49E0-A677-19E2DA8CC9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5" name="Freeform 25">
                <a:extLst>
                  <a:ext uri="{FF2B5EF4-FFF2-40B4-BE49-F238E27FC236}">
                    <a16:creationId xmlns:a16="http://schemas.microsoft.com/office/drawing/2014/main" id="{C726387F-F77D-4FB6-A177-1DC6115E8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6" name="Freeform 26">
                <a:extLst>
                  <a:ext uri="{FF2B5EF4-FFF2-40B4-BE49-F238E27FC236}">
                    <a16:creationId xmlns:a16="http://schemas.microsoft.com/office/drawing/2014/main" id="{2F09766D-0653-4646-BA37-8FC23294BA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7" name="Freeform 27">
                <a:extLst>
                  <a:ext uri="{FF2B5EF4-FFF2-40B4-BE49-F238E27FC236}">
                    <a16:creationId xmlns:a16="http://schemas.microsoft.com/office/drawing/2014/main" id="{F50D9867-C9E0-462B-894F-B2F97E26AC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8" name="Freeform 28">
                <a:extLst>
                  <a:ext uri="{FF2B5EF4-FFF2-40B4-BE49-F238E27FC236}">
                    <a16:creationId xmlns:a16="http://schemas.microsoft.com/office/drawing/2014/main" id="{44179987-9B3B-4BC1-9BDA-EC9F30A379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9" name="Freeform 29">
                <a:extLst>
                  <a:ext uri="{FF2B5EF4-FFF2-40B4-BE49-F238E27FC236}">
                    <a16:creationId xmlns:a16="http://schemas.microsoft.com/office/drawing/2014/main" id="{EF0E5480-8C2D-4FFE-9357-938DF0642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0" name="Freeform 30">
                <a:extLst>
                  <a:ext uri="{FF2B5EF4-FFF2-40B4-BE49-F238E27FC236}">
                    <a16:creationId xmlns:a16="http://schemas.microsoft.com/office/drawing/2014/main" id="{FDAC2F76-95E6-4EE4-8A26-47CDAE5C6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1" name="Freeform 31">
                <a:extLst>
                  <a:ext uri="{FF2B5EF4-FFF2-40B4-BE49-F238E27FC236}">
                    <a16:creationId xmlns:a16="http://schemas.microsoft.com/office/drawing/2014/main" id="{249EB4AA-5D5B-4A3A-9F2D-6E4EDF2046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grpSp>
        <p:grpSp>
          <p:nvGrpSpPr>
            <p:cNvPr id="14" name="Group 13">
              <a:extLst>
                <a:ext uri="{FF2B5EF4-FFF2-40B4-BE49-F238E27FC236}">
                  <a16:creationId xmlns:a16="http://schemas.microsoft.com/office/drawing/2014/main" id="{375D3DC5-0B19-4EA9-A350-6218AC28CD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86B5A458-9418-4EDA-9B6F-E4754ABA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6" name="Freeform 33">
                <a:extLst>
                  <a:ext uri="{FF2B5EF4-FFF2-40B4-BE49-F238E27FC236}">
                    <a16:creationId xmlns:a16="http://schemas.microsoft.com/office/drawing/2014/main" id="{6307D20D-BE6F-4BFD-8A35-230A01AD72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7" name="Freeform 34">
                <a:extLst>
                  <a:ext uri="{FF2B5EF4-FFF2-40B4-BE49-F238E27FC236}">
                    <a16:creationId xmlns:a16="http://schemas.microsoft.com/office/drawing/2014/main" id="{37A04039-8217-4B7F-8F43-4039DF087D8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8" name="Freeform 35">
                <a:extLst>
                  <a:ext uri="{FF2B5EF4-FFF2-40B4-BE49-F238E27FC236}">
                    <a16:creationId xmlns:a16="http://schemas.microsoft.com/office/drawing/2014/main" id="{CA6CE641-5DEB-4A06-B9C3-B726A334C2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9" name="Freeform 36">
                <a:extLst>
                  <a:ext uri="{FF2B5EF4-FFF2-40B4-BE49-F238E27FC236}">
                    <a16:creationId xmlns:a16="http://schemas.microsoft.com/office/drawing/2014/main" id="{D08C7C1C-DF39-4479-94BD-47E71DE422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0" name="Freeform 37">
                <a:extLst>
                  <a:ext uri="{FF2B5EF4-FFF2-40B4-BE49-F238E27FC236}">
                    <a16:creationId xmlns:a16="http://schemas.microsoft.com/office/drawing/2014/main" id="{27C5EAA7-E449-48C0-9B14-E677E6ECF8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1" name="Freeform 38">
                <a:extLst>
                  <a:ext uri="{FF2B5EF4-FFF2-40B4-BE49-F238E27FC236}">
                    <a16:creationId xmlns:a16="http://schemas.microsoft.com/office/drawing/2014/main" id="{AA6A8A39-39D4-41FE-9974-CB46106A73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2" name="Freeform 39">
                <a:extLst>
                  <a:ext uri="{FF2B5EF4-FFF2-40B4-BE49-F238E27FC236}">
                    <a16:creationId xmlns:a16="http://schemas.microsoft.com/office/drawing/2014/main" id="{433C6D82-AE91-4A0C-97C6-34399C908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3" name="Freeform 40">
                <a:extLst>
                  <a:ext uri="{FF2B5EF4-FFF2-40B4-BE49-F238E27FC236}">
                    <a16:creationId xmlns:a16="http://schemas.microsoft.com/office/drawing/2014/main" id="{D4C06E36-D233-423A-BC95-5B4D5BE35C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4" name="Rectangle 41">
                <a:extLst>
                  <a:ext uri="{FF2B5EF4-FFF2-40B4-BE49-F238E27FC236}">
                    <a16:creationId xmlns:a16="http://schemas.microsoft.com/office/drawing/2014/main" id="{E1B0EEC1-CF7A-4761-B477-941DB41A83D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grpSp>
      </p:grpSp>
      <p:grpSp>
        <p:nvGrpSpPr>
          <p:cNvPr id="53" name="Group 52">
            <a:extLst>
              <a:ext uri="{FF2B5EF4-FFF2-40B4-BE49-F238E27FC236}">
                <a16:creationId xmlns:a16="http://schemas.microsoft.com/office/drawing/2014/main" id="{A0B38558-5389-4817-936F-FD62560CAC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54" name="Rectangle 53">
              <a:extLst>
                <a:ext uri="{FF2B5EF4-FFF2-40B4-BE49-F238E27FC236}">
                  <a16:creationId xmlns:a16="http://schemas.microsoft.com/office/drawing/2014/main" id="{CCB252B9-42EF-4414-AA22-2A95C1819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Picture 2">
              <a:extLst>
                <a:ext uri="{FF2B5EF4-FFF2-40B4-BE49-F238E27FC236}">
                  <a16:creationId xmlns:a16="http://schemas.microsoft.com/office/drawing/2014/main" id="{F9C2C800-C3E3-4317-A3CC-1558D71F14BC}"/>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a:solidFill>
                    <a:srgbClr val="FFFFFF"/>
                  </a:solidFill>
                </a14:hiddenFill>
              </a:ext>
            </a:extLst>
          </p:spPr>
        </p:pic>
      </p:grpSp>
      <p:pic>
        <p:nvPicPr>
          <p:cNvPr id="5" name="Content Placeholder 4" descr="band together and celebrate collaboration">
            <a:extLst>
              <a:ext uri="{FF2B5EF4-FFF2-40B4-BE49-F238E27FC236}">
                <a16:creationId xmlns:a16="http://schemas.microsoft.com/office/drawing/2014/main" id="{F3DF8B37-663B-4A34-9F01-6A72CF80592B}"/>
              </a:ext>
            </a:extLst>
          </p:cNvPr>
          <p:cNvPicPr>
            <a:picLocks noGrp="1" noChangeAspect="1"/>
          </p:cNvPicPr>
          <p:nvPr>
            <p:ph sz="half" idx="1"/>
          </p:nvPr>
        </p:nvPicPr>
        <p:blipFill>
          <a:blip r:embed="rId5">
            <a:alphaModFix/>
          </a:blip>
          <a:srcRect t="4579" b="5033"/>
          <a:stretch>
            <a:fillRect/>
          </a:stretch>
        </p:blipFill>
        <p:spPr>
          <a:xfrm>
            <a:off x="28574" y="-43299"/>
            <a:ext cx="12188389" cy="6857990"/>
          </a:xfrm>
          <a:prstGeom prst="rect">
            <a:avLst/>
          </a:prstGeom>
        </p:spPr>
      </p:pic>
      <p:grpSp>
        <p:nvGrpSpPr>
          <p:cNvPr id="57" name="Group 56">
            <a:extLst>
              <a:ext uri="{FF2B5EF4-FFF2-40B4-BE49-F238E27FC236}">
                <a16:creationId xmlns:a16="http://schemas.microsoft.com/office/drawing/2014/main" id="{15502586-682B-4EDF-9515-674BB4E1CD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11455400" cy="6848476"/>
            <a:chOff x="372533" y="0"/>
            <a:chExt cx="11455400" cy="6848476"/>
          </a:xfrm>
        </p:grpSpPr>
        <p:sp>
          <p:nvSpPr>
            <p:cNvPr id="58" name="Round Diagonal Corner Rectangle 7">
              <a:extLst>
                <a:ext uri="{FF2B5EF4-FFF2-40B4-BE49-F238E27FC236}">
                  <a16:creationId xmlns:a16="http://schemas.microsoft.com/office/drawing/2014/main" id="{C4491F87-B86B-413A-ACCD-56525E533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59" name="Group 58">
              <a:extLst>
                <a:ext uri="{FF2B5EF4-FFF2-40B4-BE49-F238E27FC236}">
                  <a16:creationId xmlns:a16="http://schemas.microsoft.com/office/drawing/2014/main" id="{04A25545-7FDA-465A-8546-9D927F8286F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79" name="Freeform 32">
                <a:extLst>
                  <a:ext uri="{FF2B5EF4-FFF2-40B4-BE49-F238E27FC236}">
                    <a16:creationId xmlns:a16="http://schemas.microsoft.com/office/drawing/2014/main" id="{0AC67F09-E0D9-410A-A4DE-72D31697E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80" name="Freeform 33">
                <a:extLst>
                  <a:ext uri="{FF2B5EF4-FFF2-40B4-BE49-F238E27FC236}">
                    <a16:creationId xmlns:a16="http://schemas.microsoft.com/office/drawing/2014/main" id="{B78F2FDE-85C9-4650-919F-C35464007D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81" name="Freeform 34">
                <a:extLst>
                  <a:ext uri="{FF2B5EF4-FFF2-40B4-BE49-F238E27FC236}">
                    <a16:creationId xmlns:a16="http://schemas.microsoft.com/office/drawing/2014/main" id="{57DD2F8B-5242-455C-B03F-E2F6B6732E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82" name="Freeform 37">
                <a:extLst>
                  <a:ext uri="{FF2B5EF4-FFF2-40B4-BE49-F238E27FC236}">
                    <a16:creationId xmlns:a16="http://schemas.microsoft.com/office/drawing/2014/main" id="{B8CE3E90-8A76-4CD5-B28C-D71FF3718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60" name="Group 59">
              <a:extLst>
                <a:ext uri="{FF2B5EF4-FFF2-40B4-BE49-F238E27FC236}">
                  <a16:creationId xmlns:a16="http://schemas.microsoft.com/office/drawing/2014/main" id="{4C374541-D033-4B72-A232-5461EEAD4DF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73" name="Freeform 35">
                <a:extLst>
                  <a:ext uri="{FF2B5EF4-FFF2-40B4-BE49-F238E27FC236}">
                    <a16:creationId xmlns:a16="http://schemas.microsoft.com/office/drawing/2014/main" id="{94766BAB-FE6E-4247-886B-736F831FE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74" name="Freeform 36">
                <a:extLst>
                  <a:ext uri="{FF2B5EF4-FFF2-40B4-BE49-F238E27FC236}">
                    <a16:creationId xmlns:a16="http://schemas.microsoft.com/office/drawing/2014/main" id="{3C954FB2-C7A0-468C-8AD2-C278DCA642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75" name="Freeform 38">
                <a:extLst>
                  <a:ext uri="{FF2B5EF4-FFF2-40B4-BE49-F238E27FC236}">
                    <a16:creationId xmlns:a16="http://schemas.microsoft.com/office/drawing/2014/main" id="{F52FBFD5-A528-4DB8-A802-814A7E421D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76" name="Freeform 39">
                <a:extLst>
                  <a:ext uri="{FF2B5EF4-FFF2-40B4-BE49-F238E27FC236}">
                    <a16:creationId xmlns:a16="http://schemas.microsoft.com/office/drawing/2014/main" id="{E57CCB6D-72AF-4D41-8C6C-9750D43DC6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77" name="Freeform 40">
                <a:extLst>
                  <a:ext uri="{FF2B5EF4-FFF2-40B4-BE49-F238E27FC236}">
                    <a16:creationId xmlns:a16="http://schemas.microsoft.com/office/drawing/2014/main" id="{19D203AA-CF94-405B-800C-0C79855218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78" name="Rectangle 41">
                <a:extLst>
                  <a:ext uri="{FF2B5EF4-FFF2-40B4-BE49-F238E27FC236}">
                    <a16:creationId xmlns:a16="http://schemas.microsoft.com/office/drawing/2014/main" id="{7D053665-E810-419F-9D63-2A54CB47738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US"/>
              </a:p>
            </p:txBody>
          </p:sp>
        </p:grpSp>
        <p:grpSp>
          <p:nvGrpSpPr>
            <p:cNvPr id="61" name="Group 60">
              <a:extLst>
                <a:ext uri="{FF2B5EF4-FFF2-40B4-BE49-F238E27FC236}">
                  <a16:creationId xmlns:a16="http://schemas.microsoft.com/office/drawing/2014/main" id="{DEAF6153-6BF6-448C-81C1-2817B0F7800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69" name="Freeform 32">
                <a:extLst>
                  <a:ext uri="{FF2B5EF4-FFF2-40B4-BE49-F238E27FC236}">
                    <a16:creationId xmlns:a16="http://schemas.microsoft.com/office/drawing/2014/main" id="{A7E0D3C0-552C-4741-AFBE-E665CEA068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70" name="Freeform 33">
                <a:extLst>
                  <a:ext uri="{FF2B5EF4-FFF2-40B4-BE49-F238E27FC236}">
                    <a16:creationId xmlns:a16="http://schemas.microsoft.com/office/drawing/2014/main" id="{CAF96EBF-4E74-4F88-BD05-A4AE1694A4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71" name="Freeform 34">
                <a:extLst>
                  <a:ext uri="{FF2B5EF4-FFF2-40B4-BE49-F238E27FC236}">
                    <a16:creationId xmlns:a16="http://schemas.microsoft.com/office/drawing/2014/main" id="{D49C51B9-E4E4-410D-8AAB-7E308A1D45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72" name="Freeform 37">
                <a:extLst>
                  <a:ext uri="{FF2B5EF4-FFF2-40B4-BE49-F238E27FC236}">
                    <a16:creationId xmlns:a16="http://schemas.microsoft.com/office/drawing/2014/main" id="{354F0627-1BD6-4455-967A-32DB31C82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62" name="Group 61">
              <a:extLst>
                <a:ext uri="{FF2B5EF4-FFF2-40B4-BE49-F238E27FC236}">
                  <a16:creationId xmlns:a16="http://schemas.microsoft.com/office/drawing/2014/main" id="{BC21AED9-0CB5-426C-A1C4-6EEB548050D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63" name="Freeform 35">
                <a:extLst>
                  <a:ext uri="{FF2B5EF4-FFF2-40B4-BE49-F238E27FC236}">
                    <a16:creationId xmlns:a16="http://schemas.microsoft.com/office/drawing/2014/main" id="{8D8A778B-9916-47AC-A28A-07F01A83F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64" name="Freeform 36">
                <a:extLst>
                  <a:ext uri="{FF2B5EF4-FFF2-40B4-BE49-F238E27FC236}">
                    <a16:creationId xmlns:a16="http://schemas.microsoft.com/office/drawing/2014/main" id="{65323B96-DF0E-463C-B290-C22D3C5532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65" name="Freeform 38">
                <a:extLst>
                  <a:ext uri="{FF2B5EF4-FFF2-40B4-BE49-F238E27FC236}">
                    <a16:creationId xmlns:a16="http://schemas.microsoft.com/office/drawing/2014/main" id="{65A0E255-1142-422E-A62A-5044177C5A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66" name="Freeform 39">
                <a:extLst>
                  <a:ext uri="{FF2B5EF4-FFF2-40B4-BE49-F238E27FC236}">
                    <a16:creationId xmlns:a16="http://schemas.microsoft.com/office/drawing/2014/main" id="{233A955D-DB0D-42F8-B490-E01FB9C45C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67" name="Freeform 40">
                <a:extLst>
                  <a:ext uri="{FF2B5EF4-FFF2-40B4-BE49-F238E27FC236}">
                    <a16:creationId xmlns:a16="http://schemas.microsoft.com/office/drawing/2014/main" id="{F0F0C29B-EB52-470C-AF64-FC54F5C250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68" name="Rectangle 41">
                <a:extLst>
                  <a:ext uri="{FF2B5EF4-FFF2-40B4-BE49-F238E27FC236}">
                    <a16:creationId xmlns:a16="http://schemas.microsoft.com/office/drawing/2014/main" id="{A6C0E942-454D-483D-84FB-89308C8F15B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US"/>
              </a:p>
            </p:txBody>
          </p:sp>
        </p:grpSp>
      </p:grpSp>
      <p:sp>
        <p:nvSpPr>
          <p:cNvPr id="2" name="Title 1">
            <a:extLst>
              <a:ext uri="{FF2B5EF4-FFF2-40B4-BE49-F238E27FC236}">
                <a16:creationId xmlns:a16="http://schemas.microsoft.com/office/drawing/2014/main" id="{5D5AE351-2761-2CEC-C7AD-ADF4C355C156}"/>
              </a:ext>
            </a:extLst>
          </p:cNvPr>
          <p:cNvSpPr>
            <a:spLocks noGrp="1"/>
          </p:cNvSpPr>
          <p:nvPr>
            <p:ph type="title"/>
          </p:nvPr>
        </p:nvSpPr>
        <p:spPr>
          <a:xfrm>
            <a:off x="1143001" y="1007533"/>
            <a:ext cx="9905998" cy="1092200"/>
          </a:xfrm>
        </p:spPr>
        <p:txBody>
          <a:bodyPr vert="horz" lIns="91440" tIns="45720" rIns="91440" bIns="45720" rtlCol="0" anchor="ctr">
            <a:normAutofit/>
          </a:bodyPr>
          <a:lstStyle/>
          <a:p>
            <a:pPr algn="ctr"/>
            <a:r>
              <a:rPr lang="en-US" dirty="0"/>
              <a:t>Understanding a Just, Learning Culture</a:t>
            </a:r>
          </a:p>
        </p:txBody>
      </p:sp>
      <p:sp>
        <p:nvSpPr>
          <p:cNvPr id="4" name="Content Placeholder 3">
            <a:extLst>
              <a:ext uri="{FF2B5EF4-FFF2-40B4-BE49-F238E27FC236}">
                <a16:creationId xmlns:a16="http://schemas.microsoft.com/office/drawing/2014/main" id="{131D579B-99DA-713C-8C1C-16AFA9C843A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143001" y="2252134"/>
            <a:ext cx="9905999" cy="3454399"/>
          </a:xfrm>
        </p:spPr>
        <p:txBody>
          <a:bodyPr>
            <a:normAutofit/>
          </a:bodyPr>
          <a:lstStyle/>
          <a:p>
            <a:pPr marL="0" indent="0">
              <a:spcBef>
                <a:spcPts val="2500"/>
              </a:spcBef>
              <a:buNone/>
            </a:pPr>
            <a:r>
              <a:rPr lang="en-US" sz="1400" b="1" dirty="0"/>
              <a:t>Promotes Fairness</a:t>
            </a:r>
          </a:p>
          <a:p>
            <a:pPr marL="0" lvl="1" indent="0">
              <a:buNone/>
            </a:pPr>
            <a:r>
              <a:rPr lang="en-US" sz="1400" dirty="0"/>
              <a:t>A just culture ensures fairness by treating everyone with respect and impartiality.</a:t>
            </a:r>
          </a:p>
          <a:p>
            <a:pPr marL="0" indent="0">
              <a:spcBef>
                <a:spcPts val="2500"/>
              </a:spcBef>
              <a:buNone/>
            </a:pPr>
            <a:r>
              <a:rPr lang="en-US" sz="1400" b="1" dirty="0"/>
              <a:t>Encourages Accountability</a:t>
            </a:r>
          </a:p>
          <a:p>
            <a:pPr marL="0" lvl="1" indent="0">
              <a:buNone/>
            </a:pPr>
            <a:r>
              <a:rPr lang="en-US" sz="1400" dirty="0"/>
              <a:t>Accountability is fostered by taking responsibility and owning up to mistakes openly.</a:t>
            </a:r>
          </a:p>
          <a:p>
            <a:pPr marL="0" indent="0">
              <a:spcBef>
                <a:spcPts val="2500"/>
              </a:spcBef>
              <a:buNone/>
            </a:pPr>
            <a:r>
              <a:rPr lang="en-US" sz="1400" b="1" dirty="0"/>
              <a:t>Supports Continuous Learning</a:t>
            </a:r>
          </a:p>
          <a:p>
            <a:pPr marL="0" lvl="1" indent="0">
              <a:buNone/>
            </a:pPr>
            <a:r>
              <a:rPr lang="en-US" sz="1400" dirty="0"/>
              <a:t>Continuous improvement arises from learning from errors without fear of punishment.</a:t>
            </a:r>
          </a:p>
          <a:p>
            <a:pPr marL="0" indent="0">
              <a:spcBef>
                <a:spcPts val="2500"/>
              </a:spcBef>
              <a:buNone/>
            </a:pPr>
            <a:r>
              <a:rPr lang="en-US" sz="1400" b="1" dirty="0"/>
              <a:t>Encourages Open Communication</a:t>
            </a:r>
          </a:p>
          <a:p>
            <a:pPr marL="0" lvl="1" indent="0">
              <a:buNone/>
            </a:pPr>
            <a:r>
              <a:rPr lang="en-US" sz="1400" dirty="0"/>
              <a:t>Open communication allows free sharing of ideas and concerns to foster growth.</a:t>
            </a:r>
          </a:p>
        </p:txBody>
      </p:sp>
    </p:spTree>
    <p:extLst>
      <p:ext uri="{BB962C8B-B14F-4D97-AF65-F5344CB8AC3E}">
        <p14:creationId xmlns:p14="http://schemas.microsoft.com/office/powerpoint/2010/main" val="20913296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6"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7"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42"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grpSp>
          <p:nvGrpSpPr>
            <p:cNvPr id="14" name="Group 13">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grpSp>
      <p:sp>
        <p:nvSpPr>
          <p:cNvPr id="2" name="Title 1">
            <a:extLst>
              <a:ext uri="{FF2B5EF4-FFF2-40B4-BE49-F238E27FC236}">
                <a16:creationId xmlns:a16="http://schemas.microsoft.com/office/drawing/2014/main" id="{8294B8A3-2CE8-2416-EFC9-8FE69ED3204C}"/>
              </a:ext>
            </a:extLst>
          </p:cNvPr>
          <p:cNvSpPr>
            <a:spLocks noGrp="1"/>
          </p:cNvSpPr>
          <p:nvPr>
            <p:ph type="title"/>
          </p:nvPr>
        </p:nvSpPr>
        <p:spPr>
          <a:xfrm>
            <a:off x="1141413" y="618518"/>
            <a:ext cx="9905998" cy="1478570"/>
          </a:xfrm>
        </p:spPr>
        <p:txBody>
          <a:bodyPr vert="horz" lIns="91440" tIns="45720" rIns="91440" bIns="45720" rtlCol="0" anchor="ctr">
            <a:normAutofit/>
          </a:bodyPr>
          <a:lstStyle/>
          <a:p>
            <a:r>
              <a:rPr lang="en-US"/>
              <a:t>Common Misconceptions and Resistance to Change</a:t>
            </a:r>
          </a:p>
        </p:txBody>
      </p:sp>
      <p:pic>
        <p:nvPicPr>
          <p:cNvPr id="5" name="Content Placeholder 4" descr="Game characters concepts - Group of figures with speech bubble">
            <a:extLst>
              <a:ext uri="{FF2B5EF4-FFF2-40B4-BE49-F238E27FC236}">
                <a16:creationId xmlns:a16="http://schemas.microsoft.com/office/drawing/2014/main" id="{14710FB3-9241-40EC-AE43-08F749774BE4}"/>
              </a:ext>
            </a:extLst>
          </p:cNvPr>
          <p:cNvPicPr>
            <a:picLocks noGrp="1" noChangeAspect="1"/>
          </p:cNvPicPr>
          <p:nvPr>
            <p:ph sz="half" idx="1"/>
          </p:nvPr>
        </p:nvPicPr>
        <p:blipFill>
          <a:blip r:embed="rId5"/>
          <a:stretch>
            <a:fillRect/>
          </a:stretch>
        </p:blipFill>
        <p:spPr>
          <a:xfrm>
            <a:off x="1141411" y="2857990"/>
            <a:ext cx="3494597" cy="2332643"/>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4" name="Content Placeholder 3">
            <a:extLst>
              <a:ext uri="{FF2B5EF4-FFF2-40B4-BE49-F238E27FC236}">
                <a16:creationId xmlns:a16="http://schemas.microsoft.com/office/drawing/2014/main" id="{A1188410-7910-8A6D-EBBA-DFB81BB21AA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34579" y="2249487"/>
            <a:ext cx="6012832" cy="3541714"/>
          </a:xfrm>
        </p:spPr>
        <p:txBody>
          <a:bodyPr>
            <a:normAutofit/>
          </a:bodyPr>
          <a:lstStyle/>
          <a:p>
            <a:pPr marL="0" indent="0">
              <a:spcBef>
                <a:spcPts val="2500"/>
              </a:spcBef>
              <a:buNone/>
            </a:pPr>
            <a:r>
              <a:rPr lang="en-US" sz="1400" b="1"/>
              <a:t>Misunderstanding Just Culture</a:t>
            </a:r>
          </a:p>
          <a:p>
            <a:pPr marL="0" lvl="1" indent="0">
              <a:buNone/>
            </a:pPr>
            <a:r>
              <a:rPr lang="en-US" sz="1400"/>
              <a:t>Many people misinterpret the purpose of a just culture, leading to confusion and resistance.</a:t>
            </a:r>
          </a:p>
          <a:p>
            <a:pPr marL="0" indent="0">
              <a:spcBef>
                <a:spcPts val="2500"/>
              </a:spcBef>
              <a:buNone/>
            </a:pPr>
            <a:r>
              <a:rPr lang="en-US" sz="1400" b="1"/>
              <a:t>Fear of Losing Control</a:t>
            </a:r>
          </a:p>
          <a:p>
            <a:pPr marL="0" lvl="1" indent="0">
              <a:buNone/>
            </a:pPr>
            <a:r>
              <a:rPr lang="en-US" sz="1400"/>
              <a:t>Fear of losing control causes hesitation and resistance to adopting new cultural approaches.</a:t>
            </a:r>
          </a:p>
          <a:p>
            <a:pPr marL="0" indent="0">
              <a:spcBef>
                <a:spcPts val="2500"/>
              </a:spcBef>
              <a:buNone/>
            </a:pPr>
            <a:r>
              <a:rPr lang="en-US" sz="1400" b="1"/>
              <a:t>Accountability Misinterpreted</a:t>
            </a:r>
          </a:p>
          <a:p>
            <a:pPr marL="0" lvl="1" indent="0">
              <a:buNone/>
            </a:pPr>
            <a:r>
              <a:rPr lang="en-US" sz="1400"/>
              <a:t>Accountability is often mistaken for leniency, which undermines trust in the culture.</a:t>
            </a:r>
          </a:p>
        </p:txBody>
      </p:sp>
    </p:spTree>
    <p:extLst>
      <p:ext uri="{BB962C8B-B14F-4D97-AF65-F5344CB8AC3E}">
        <p14:creationId xmlns:p14="http://schemas.microsoft.com/office/powerpoint/2010/main" val="24954894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9FACE42-44B0-4185-8ED4-9043A78C860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a:solidFill>
                  <a:srgbClr val="FFFFFF"/>
                </a:solidFill>
              </a14:hiddenFill>
            </a:ext>
          </a:extLst>
        </p:spPr>
      </p:pic>
      <p:grpSp>
        <p:nvGrpSpPr>
          <p:cNvPr id="12" name="Group 11">
            <a:extLst>
              <a:ext uri="{FF2B5EF4-FFF2-40B4-BE49-F238E27FC236}">
                <a16:creationId xmlns:a16="http://schemas.microsoft.com/office/drawing/2014/main" id="{A838DBA2-246D-4087-AE0A-6EA2B4B65A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B4406F95-9579-494D-BE1E-A012A7F4CB3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4C8D671A-5C73-44CA-B6D0-7F3BC195BA6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26" name="Freeform 6">
                <a:extLst>
                  <a:ext uri="{FF2B5EF4-FFF2-40B4-BE49-F238E27FC236}">
                    <a16:creationId xmlns:a16="http://schemas.microsoft.com/office/drawing/2014/main" id="{F0DB3AC8-B5AD-4004-B0B9-74B58BECA0C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7" name="Freeform 7">
                <a:extLst>
                  <a:ext uri="{FF2B5EF4-FFF2-40B4-BE49-F238E27FC236}">
                    <a16:creationId xmlns:a16="http://schemas.microsoft.com/office/drawing/2014/main" id="{F3B2C8F3-E236-45B2-B2E1-8460F8FD6D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8" name="Freeform 8">
                <a:extLst>
                  <a:ext uri="{FF2B5EF4-FFF2-40B4-BE49-F238E27FC236}">
                    <a16:creationId xmlns:a16="http://schemas.microsoft.com/office/drawing/2014/main" id="{761EE3AC-0BC2-4A29-AD58-5CB0EEFF9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9" name="Freeform 9">
                <a:extLst>
                  <a:ext uri="{FF2B5EF4-FFF2-40B4-BE49-F238E27FC236}">
                    <a16:creationId xmlns:a16="http://schemas.microsoft.com/office/drawing/2014/main" id="{38DC43BE-83DD-43F3-A21F-9B58B1074F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0" name="Freeform 10">
                <a:extLst>
                  <a:ext uri="{FF2B5EF4-FFF2-40B4-BE49-F238E27FC236}">
                    <a16:creationId xmlns:a16="http://schemas.microsoft.com/office/drawing/2014/main" id="{112583CE-53E8-48F6-9F71-25A32BFD6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1" name="Freeform 11">
                <a:extLst>
                  <a:ext uri="{FF2B5EF4-FFF2-40B4-BE49-F238E27FC236}">
                    <a16:creationId xmlns:a16="http://schemas.microsoft.com/office/drawing/2014/main" id="{229A7966-2C4F-4334-8FB7-08521F984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2" name="Freeform 12">
                <a:extLst>
                  <a:ext uri="{FF2B5EF4-FFF2-40B4-BE49-F238E27FC236}">
                    <a16:creationId xmlns:a16="http://schemas.microsoft.com/office/drawing/2014/main" id="{656FCF6A-DF5B-42AA-83C4-22CD7B9947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3" name="Freeform 13">
                <a:extLst>
                  <a:ext uri="{FF2B5EF4-FFF2-40B4-BE49-F238E27FC236}">
                    <a16:creationId xmlns:a16="http://schemas.microsoft.com/office/drawing/2014/main" id="{E908B3EE-F31D-4E8D-BF3C-71F5B35F02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4" name="Freeform 14">
                <a:extLst>
                  <a:ext uri="{FF2B5EF4-FFF2-40B4-BE49-F238E27FC236}">
                    <a16:creationId xmlns:a16="http://schemas.microsoft.com/office/drawing/2014/main" id="{DA9F96D7-B42C-4F80-8F26-72388FE0C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5" name="Freeform 15">
                <a:extLst>
                  <a:ext uri="{FF2B5EF4-FFF2-40B4-BE49-F238E27FC236}">
                    <a16:creationId xmlns:a16="http://schemas.microsoft.com/office/drawing/2014/main" id="{5C9D5861-5A45-408A-A25E-61ED661AD7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6" name="Line 16">
                <a:extLst>
                  <a:ext uri="{FF2B5EF4-FFF2-40B4-BE49-F238E27FC236}">
                    <a16:creationId xmlns:a16="http://schemas.microsoft.com/office/drawing/2014/main" id="{DEEF5DD7-13B2-4CBB-A1AE-193A618B0F0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7" name="Freeform 17">
                <a:extLst>
                  <a:ext uri="{FF2B5EF4-FFF2-40B4-BE49-F238E27FC236}">
                    <a16:creationId xmlns:a16="http://schemas.microsoft.com/office/drawing/2014/main" id="{3D896DDA-5AD2-4360-9E65-A79213105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8" name="Freeform 18">
                <a:extLst>
                  <a:ext uri="{FF2B5EF4-FFF2-40B4-BE49-F238E27FC236}">
                    <a16:creationId xmlns:a16="http://schemas.microsoft.com/office/drawing/2014/main" id="{C088F3B1-D893-4078-8EAE-6A3776F67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9" name="Freeform 19">
                <a:extLst>
                  <a:ext uri="{FF2B5EF4-FFF2-40B4-BE49-F238E27FC236}">
                    <a16:creationId xmlns:a16="http://schemas.microsoft.com/office/drawing/2014/main" id="{23CCB367-42E1-4DEF-BABD-7457EB9F2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0" name="Freeform 20">
                <a:extLst>
                  <a:ext uri="{FF2B5EF4-FFF2-40B4-BE49-F238E27FC236}">
                    <a16:creationId xmlns:a16="http://schemas.microsoft.com/office/drawing/2014/main" id="{BAFD46CE-CD21-4C8E-8ACE-B1A0B74A90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1" name="Rectangle 21">
                <a:extLst>
                  <a:ext uri="{FF2B5EF4-FFF2-40B4-BE49-F238E27FC236}">
                    <a16:creationId xmlns:a16="http://schemas.microsoft.com/office/drawing/2014/main" id="{23980A26-1FFF-4434-A77C-C5A1C96A54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42" name="Freeform 22">
                <a:extLst>
                  <a:ext uri="{FF2B5EF4-FFF2-40B4-BE49-F238E27FC236}">
                    <a16:creationId xmlns:a16="http://schemas.microsoft.com/office/drawing/2014/main" id="{AE64C1E5-E917-4222-8080-3EF831FB46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3" name="Freeform 23">
                <a:extLst>
                  <a:ext uri="{FF2B5EF4-FFF2-40B4-BE49-F238E27FC236}">
                    <a16:creationId xmlns:a16="http://schemas.microsoft.com/office/drawing/2014/main" id="{D4D42DE6-99E5-4D28-834E-6601A7DD93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4" name="Freeform 24">
                <a:extLst>
                  <a:ext uri="{FF2B5EF4-FFF2-40B4-BE49-F238E27FC236}">
                    <a16:creationId xmlns:a16="http://schemas.microsoft.com/office/drawing/2014/main" id="{194304B3-4C44-49E0-A677-19E2DA8CC9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5" name="Freeform 25">
                <a:extLst>
                  <a:ext uri="{FF2B5EF4-FFF2-40B4-BE49-F238E27FC236}">
                    <a16:creationId xmlns:a16="http://schemas.microsoft.com/office/drawing/2014/main" id="{C726387F-F77D-4FB6-A177-1DC6115E8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6" name="Freeform 26">
                <a:extLst>
                  <a:ext uri="{FF2B5EF4-FFF2-40B4-BE49-F238E27FC236}">
                    <a16:creationId xmlns:a16="http://schemas.microsoft.com/office/drawing/2014/main" id="{2F09766D-0653-4646-BA37-8FC23294BA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7" name="Freeform 27">
                <a:extLst>
                  <a:ext uri="{FF2B5EF4-FFF2-40B4-BE49-F238E27FC236}">
                    <a16:creationId xmlns:a16="http://schemas.microsoft.com/office/drawing/2014/main" id="{F50D9867-C9E0-462B-894F-B2F97E26AC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8" name="Freeform 28">
                <a:extLst>
                  <a:ext uri="{FF2B5EF4-FFF2-40B4-BE49-F238E27FC236}">
                    <a16:creationId xmlns:a16="http://schemas.microsoft.com/office/drawing/2014/main" id="{44179987-9B3B-4BC1-9BDA-EC9F30A379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9" name="Freeform 29">
                <a:extLst>
                  <a:ext uri="{FF2B5EF4-FFF2-40B4-BE49-F238E27FC236}">
                    <a16:creationId xmlns:a16="http://schemas.microsoft.com/office/drawing/2014/main" id="{EF0E5480-8C2D-4FFE-9357-938DF0642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0" name="Freeform 30">
                <a:extLst>
                  <a:ext uri="{FF2B5EF4-FFF2-40B4-BE49-F238E27FC236}">
                    <a16:creationId xmlns:a16="http://schemas.microsoft.com/office/drawing/2014/main" id="{FDAC2F76-95E6-4EE4-8A26-47CDAE5C6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1" name="Freeform 31">
                <a:extLst>
                  <a:ext uri="{FF2B5EF4-FFF2-40B4-BE49-F238E27FC236}">
                    <a16:creationId xmlns:a16="http://schemas.microsoft.com/office/drawing/2014/main" id="{249EB4AA-5D5B-4A3A-9F2D-6E4EDF2046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grpSp>
        <p:grpSp>
          <p:nvGrpSpPr>
            <p:cNvPr id="14" name="Group 13">
              <a:extLst>
                <a:ext uri="{FF2B5EF4-FFF2-40B4-BE49-F238E27FC236}">
                  <a16:creationId xmlns:a16="http://schemas.microsoft.com/office/drawing/2014/main" id="{375D3DC5-0B19-4EA9-A350-6218AC28CD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86B5A458-9418-4EDA-9B6F-E4754ABA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6" name="Freeform 33">
                <a:extLst>
                  <a:ext uri="{FF2B5EF4-FFF2-40B4-BE49-F238E27FC236}">
                    <a16:creationId xmlns:a16="http://schemas.microsoft.com/office/drawing/2014/main" id="{6307D20D-BE6F-4BFD-8A35-230A01AD72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7" name="Freeform 34">
                <a:extLst>
                  <a:ext uri="{FF2B5EF4-FFF2-40B4-BE49-F238E27FC236}">
                    <a16:creationId xmlns:a16="http://schemas.microsoft.com/office/drawing/2014/main" id="{37A04039-8217-4B7F-8F43-4039DF087D8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8" name="Freeform 35">
                <a:extLst>
                  <a:ext uri="{FF2B5EF4-FFF2-40B4-BE49-F238E27FC236}">
                    <a16:creationId xmlns:a16="http://schemas.microsoft.com/office/drawing/2014/main" id="{CA6CE641-5DEB-4A06-B9C3-B726A334C2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9" name="Freeform 36">
                <a:extLst>
                  <a:ext uri="{FF2B5EF4-FFF2-40B4-BE49-F238E27FC236}">
                    <a16:creationId xmlns:a16="http://schemas.microsoft.com/office/drawing/2014/main" id="{D08C7C1C-DF39-4479-94BD-47E71DE422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0" name="Freeform 37">
                <a:extLst>
                  <a:ext uri="{FF2B5EF4-FFF2-40B4-BE49-F238E27FC236}">
                    <a16:creationId xmlns:a16="http://schemas.microsoft.com/office/drawing/2014/main" id="{27C5EAA7-E449-48C0-9B14-E677E6ECF8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1" name="Freeform 38">
                <a:extLst>
                  <a:ext uri="{FF2B5EF4-FFF2-40B4-BE49-F238E27FC236}">
                    <a16:creationId xmlns:a16="http://schemas.microsoft.com/office/drawing/2014/main" id="{AA6A8A39-39D4-41FE-9974-CB46106A73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2" name="Freeform 39">
                <a:extLst>
                  <a:ext uri="{FF2B5EF4-FFF2-40B4-BE49-F238E27FC236}">
                    <a16:creationId xmlns:a16="http://schemas.microsoft.com/office/drawing/2014/main" id="{433C6D82-AE91-4A0C-97C6-34399C908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3" name="Freeform 40">
                <a:extLst>
                  <a:ext uri="{FF2B5EF4-FFF2-40B4-BE49-F238E27FC236}">
                    <a16:creationId xmlns:a16="http://schemas.microsoft.com/office/drawing/2014/main" id="{D4C06E36-D233-423A-BC95-5B4D5BE35C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4" name="Rectangle 41">
                <a:extLst>
                  <a:ext uri="{FF2B5EF4-FFF2-40B4-BE49-F238E27FC236}">
                    <a16:creationId xmlns:a16="http://schemas.microsoft.com/office/drawing/2014/main" id="{E1B0EEC1-CF7A-4761-B477-941DB41A83D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grpSp>
      </p:grpSp>
      <p:sp>
        <p:nvSpPr>
          <p:cNvPr id="2" name="Title 1">
            <a:extLst>
              <a:ext uri="{FF2B5EF4-FFF2-40B4-BE49-F238E27FC236}">
                <a16:creationId xmlns:a16="http://schemas.microsoft.com/office/drawing/2014/main" id="{BBEB3FE4-DC3A-CFD9-9E68-29EB1DEF2C0F}"/>
              </a:ext>
            </a:extLst>
          </p:cNvPr>
          <p:cNvSpPr>
            <a:spLocks noGrp="1"/>
          </p:cNvSpPr>
          <p:nvPr>
            <p:ph type="title"/>
          </p:nvPr>
        </p:nvSpPr>
        <p:spPr>
          <a:xfrm>
            <a:off x="1141413" y="618518"/>
            <a:ext cx="9905998" cy="1478570"/>
          </a:xfrm>
        </p:spPr>
        <p:txBody>
          <a:bodyPr vert="horz" lIns="91440" tIns="45720" rIns="91440" bIns="45720" rtlCol="0" anchor="ctr">
            <a:normAutofit/>
          </a:bodyPr>
          <a:lstStyle/>
          <a:p>
            <a:pPr algn="ctr"/>
            <a:r>
              <a:rPr lang="en-US"/>
              <a:t>Leadership Commitment and Organizational Buy-In</a:t>
            </a:r>
          </a:p>
        </p:txBody>
      </p:sp>
      <p:sp>
        <p:nvSpPr>
          <p:cNvPr id="4" name="Content Placeholder 3">
            <a:extLst>
              <a:ext uri="{FF2B5EF4-FFF2-40B4-BE49-F238E27FC236}">
                <a16:creationId xmlns:a16="http://schemas.microsoft.com/office/drawing/2014/main" id="{187E4552-1172-BF20-61E0-47C185BD81A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141412" y="2249487"/>
            <a:ext cx="4844521" cy="3541714"/>
          </a:xfrm>
        </p:spPr>
        <p:txBody>
          <a:bodyPr>
            <a:normAutofit/>
          </a:bodyPr>
          <a:lstStyle/>
          <a:p>
            <a:pPr marL="0" indent="0">
              <a:spcBef>
                <a:spcPts val="2500"/>
              </a:spcBef>
              <a:buNone/>
            </a:pPr>
            <a:r>
              <a:rPr lang="en-US" sz="1400" b="1"/>
              <a:t>Importance of Leadership Support</a:t>
            </a:r>
          </a:p>
          <a:p>
            <a:pPr marL="0" lvl="1" indent="0">
              <a:buNone/>
            </a:pPr>
            <a:r>
              <a:rPr lang="en-US" sz="1400"/>
              <a:t>Strong leadership commitment drives organizational change and fosters a just culture effectively.</a:t>
            </a:r>
          </a:p>
          <a:p>
            <a:pPr marL="0" indent="0">
              <a:spcBef>
                <a:spcPts val="2500"/>
              </a:spcBef>
              <a:buNone/>
            </a:pPr>
            <a:r>
              <a:rPr lang="en-US" sz="1400" b="1"/>
              <a:t>Alignment Across Levels</a:t>
            </a:r>
          </a:p>
          <a:p>
            <a:pPr marL="0" lvl="1" indent="0">
              <a:buNone/>
            </a:pPr>
            <a:r>
              <a:rPr lang="en-US" sz="1400"/>
              <a:t>Alignment and visible commitment at all organizational levels ensure sustained cultural transformation.</a:t>
            </a:r>
          </a:p>
        </p:txBody>
      </p:sp>
      <p:pic>
        <p:nvPicPr>
          <p:cNvPr id="5" name="Content Placeholder 4" descr="Rear view of two colleagues looking at the building in front of them">
            <a:extLst>
              <a:ext uri="{FF2B5EF4-FFF2-40B4-BE49-F238E27FC236}">
                <a16:creationId xmlns:a16="http://schemas.microsoft.com/office/drawing/2014/main" id="{60B3DE84-6349-4D2B-B9DF-7FA420430DD2}"/>
              </a:ext>
            </a:extLst>
          </p:cNvPr>
          <p:cNvPicPr>
            <a:picLocks noGrp="1" noChangeAspect="1"/>
          </p:cNvPicPr>
          <p:nvPr>
            <p:ph sz="half" idx="1"/>
          </p:nvPr>
        </p:nvPicPr>
        <p:blipFill>
          <a:blip r:embed="rId5"/>
          <a:srcRect t="1911" r="3" b="3"/>
          <a:stretch>
            <a:fillRect/>
          </a:stretch>
        </p:blipFill>
        <p:spPr>
          <a:xfrm>
            <a:off x="6392335" y="2497720"/>
            <a:ext cx="4655075" cy="3047892"/>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16852057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2"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3"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4"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9"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dgm="http://schemas.openxmlformats.org/drawingml/2006/diagram"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2" name="Title 1">
            <a:extLst>
              <a:ext uri="{FF2B5EF4-FFF2-40B4-BE49-F238E27FC236}">
                <a16:creationId xmlns:a16="http://schemas.microsoft.com/office/drawing/2014/main" id="{9E079DD7-34D9-669C-F52E-79204B9D7CEE}"/>
              </a:ext>
            </a:extLst>
          </p:cNvPr>
          <p:cNvSpPr>
            <a:spLocks noGrp="1"/>
          </p:cNvSpPr>
          <p:nvPr>
            <p:ph type="title"/>
          </p:nvPr>
        </p:nvSpPr>
        <p:spPr>
          <a:xfrm>
            <a:off x="1019015" y="1093787"/>
            <a:ext cx="3059969" cy="4697413"/>
          </a:xfrm>
        </p:spPr>
        <p:txBody>
          <a:bodyPr>
            <a:normAutofit/>
          </a:bodyPr>
          <a:lstStyle/>
          <a:p>
            <a:r>
              <a:rPr lang="en-US"/>
              <a:t>Fear of Blame and Punitive Responses</a:t>
            </a:r>
          </a:p>
        </p:txBody>
      </p:sp>
      <p:sp useBgFill="1">
        <p:nvSpPr>
          <p:cNvPr id="40"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4" name="Content Placeholder 4">
            <a:extLst>
              <a:ext uri="{FF2B5EF4-FFF2-40B4-BE49-F238E27FC236}">
                <a16:creationId xmlns:a16="http://schemas.microsoft.com/office/drawing/2014/main" id="{4E2E6955-2153-47EE-B366-C9595F4075A6}"/>
              </a:ext>
            </a:extLst>
          </p:cNvPr>
          <p:cNvGraphicFramePr>
            <a:graphicFrameLocks noGrp="1"/>
          </p:cNvGraphicFramePr>
          <p:nvPr>
            <p:ph idx="1"/>
            <p:extLst>
              <p:ext uri="{D42A27DB-BD31-4B8C-83A1-F6EECF244321}">
                <p14:modId xmlns:p14="http://schemas.microsoft.com/office/powerpoint/2010/main" val="2834184421"/>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215467" y="1093788"/>
          <a:ext cx="5831944" cy="46974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0064072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9FACE42-44B0-4185-8ED4-9043A78C860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a:solidFill>
                  <a:srgbClr val="FFFFFF"/>
                </a:solidFill>
              </a14:hiddenFill>
            </a:ext>
          </a:extLst>
        </p:spPr>
      </p:pic>
      <p:grpSp>
        <p:nvGrpSpPr>
          <p:cNvPr id="12" name="Group 11">
            <a:extLst>
              <a:ext uri="{FF2B5EF4-FFF2-40B4-BE49-F238E27FC236}">
                <a16:creationId xmlns:a16="http://schemas.microsoft.com/office/drawing/2014/main" id="{A838DBA2-246D-4087-AE0A-6EA2B4B65A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B4406F95-9579-494D-BE1E-A012A7F4CB3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4C8D671A-5C73-44CA-B6D0-7F3BC195BA6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26" name="Freeform 6">
                <a:extLst>
                  <a:ext uri="{FF2B5EF4-FFF2-40B4-BE49-F238E27FC236}">
                    <a16:creationId xmlns:a16="http://schemas.microsoft.com/office/drawing/2014/main" id="{F0DB3AC8-B5AD-4004-B0B9-74B58BECA0C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7" name="Freeform 7">
                <a:extLst>
                  <a:ext uri="{FF2B5EF4-FFF2-40B4-BE49-F238E27FC236}">
                    <a16:creationId xmlns:a16="http://schemas.microsoft.com/office/drawing/2014/main" id="{F3B2C8F3-E236-45B2-B2E1-8460F8FD6D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8" name="Freeform 8">
                <a:extLst>
                  <a:ext uri="{FF2B5EF4-FFF2-40B4-BE49-F238E27FC236}">
                    <a16:creationId xmlns:a16="http://schemas.microsoft.com/office/drawing/2014/main" id="{761EE3AC-0BC2-4A29-AD58-5CB0EEFF9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9" name="Freeform 9">
                <a:extLst>
                  <a:ext uri="{FF2B5EF4-FFF2-40B4-BE49-F238E27FC236}">
                    <a16:creationId xmlns:a16="http://schemas.microsoft.com/office/drawing/2014/main" id="{38DC43BE-83DD-43F3-A21F-9B58B1074F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0" name="Freeform 10">
                <a:extLst>
                  <a:ext uri="{FF2B5EF4-FFF2-40B4-BE49-F238E27FC236}">
                    <a16:creationId xmlns:a16="http://schemas.microsoft.com/office/drawing/2014/main" id="{112583CE-53E8-48F6-9F71-25A32BFD6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1" name="Freeform 11">
                <a:extLst>
                  <a:ext uri="{FF2B5EF4-FFF2-40B4-BE49-F238E27FC236}">
                    <a16:creationId xmlns:a16="http://schemas.microsoft.com/office/drawing/2014/main" id="{229A7966-2C4F-4334-8FB7-08521F984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2" name="Freeform 12">
                <a:extLst>
                  <a:ext uri="{FF2B5EF4-FFF2-40B4-BE49-F238E27FC236}">
                    <a16:creationId xmlns:a16="http://schemas.microsoft.com/office/drawing/2014/main" id="{656FCF6A-DF5B-42AA-83C4-22CD7B9947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3" name="Freeform 13">
                <a:extLst>
                  <a:ext uri="{FF2B5EF4-FFF2-40B4-BE49-F238E27FC236}">
                    <a16:creationId xmlns:a16="http://schemas.microsoft.com/office/drawing/2014/main" id="{E908B3EE-F31D-4E8D-BF3C-71F5B35F02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4" name="Freeform 14">
                <a:extLst>
                  <a:ext uri="{FF2B5EF4-FFF2-40B4-BE49-F238E27FC236}">
                    <a16:creationId xmlns:a16="http://schemas.microsoft.com/office/drawing/2014/main" id="{DA9F96D7-B42C-4F80-8F26-72388FE0C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5" name="Freeform 15">
                <a:extLst>
                  <a:ext uri="{FF2B5EF4-FFF2-40B4-BE49-F238E27FC236}">
                    <a16:creationId xmlns:a16="http://schemas.microsoft.com/office/drawing/2014/main" id="{5C9D5861-5A45-408A-A25E-61ED661AD7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6" name="Line 16">
                <a:extLst>
                  <a:ext uri="{FF2B5EF4-FFF2-40B4-BE49-F238E27FC236}">
                    <a16:creationId xmlns:a16="http://schemas.microsoft.com/office/drawing/2014/main" id="{DEEF5DD7-13B2-4CBB-A1AE-193A618B0F0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7" name="Freeform 17">
                <a:extLst>
                  <a:ext uri="{FF2B5EF4-FFF2-40B4-BE49-F238E27FC236}">
                    <a16:creationId xmlns:a16="http://schemas.microsoft.com/office/drawing/2014/main" id="{3D896DDA-5AD2-4360-9E65-A79213105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8" name="Freeform 18">
                <a:extLst>
                  <a:ext uri="{FF2B5EF4-FFF2-40B4-BE49-F238E27FC236}">
                    <a16:creationId xmlns:a16="http://schemas.microsoft.com/office/drawing/2014/main" id="{C088F3B1-D893-4078-8EAE-6A3776F67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9" name="Freeform 19">
                <a:extLst>
                  <a:ext uri="{FF2B5EF4-FFF2-40B4-BE49-F238E27FC236}">
                    <a16:creationId xmlns:a16="http://schemas.microsoft.com/office/drawing/2014/main" id="{23CCB367-42E1-4DEF-BABD-7457EB9F2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0" name="Freeform 20">
                <a:extLst>
                  <a:ext uri="{FF2B5EF4-FFF2-40B4-BE49-F238E27FC236}">
                    <a16:creationId xmlns:a16="http://schemas.microsoft.com/office/drawing/2014/main" id="{BAFD46CE-CD21-4C8E-8ACE-B1A0B74A90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1" name="Rectangle 21">
                <a:extLst>
                  <a:ext uri="{FF2B5EF4-FFF2-40B4-BE49-F238E27FC236}">
                    <a16:creationId xmlns:a16="http://schemas.microsoft.com/office/drawing/2014/main" id="{23980A26-1FFF-4434-A77C-C5A1C96A54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42" name="Freeform 22">
                <a:extLst>
                  <a:ext uri="{FF2B5EF4-FFF2-40B4-BE49-F238E27FC236}">
                    <a16:creationId xmlns:a16="http://schemas.microsoft.com/office/drawing/2014/main" id="{AE64C1E5-E917-4222-8080-3EF831FB46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3" name="Freeform 23">
                <a:extLst>
                  <a:ext uri="{FF2B5EF4-FFF2-40B4-BE49-F238E27FC236}">
                    <a16:creationId xmlns:a16="http://schemas.microsoft.com/office/drawing/2014/main" id="{D4D42DE6-99E5-4D28-834E-6601A7DD93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4" name="Freeform 24">
                <a:extLst>
                  <a:ext uri="{FF2B5EF4-FFF2-40B4-BE49-F238E27FC236}">
                    <a16:creationId xmlns:a16="http://schemas.microsoft.com/office/drawing/2014/main" id="{194304B3-4C44-49E0-A677-19E2DA8CC9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5" name="Freeform 25">
                <a:extLst>
                  <a:ext uri="{FF2B5EF4-FFF2-40B4-BE49-F238E27FC236}">
                    <a16:creationId xmlns:a16="http://schemas.microsoft.com/office/drawing/2014/main" id="{C726387F-F77D-4FB6-A177-1DC6115E8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6" name="Freeform 26">
                <a:extLst>
                  <a:ext uri="{FF2B5EF4-FFF2-40B4-BE49-F238E27FC236}">
                    <a16:creationId xmlns:a16="http://schemas.microsoft.com/office/drawing/2014/main" id="{2F09766D-0653-4646-BA37-8FC23294BA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7" name="Freeform 27">
                <a:extLst>
                  <a:ext uri="{FF2B5EF4-FFF2-40B4-BE49-F238E27FC236}">
                    <a16:creationId xmlns:a16="http://schemas.microsoft.com/office/drawing/2014/main" id="{F50D9867-C9E0-462B-894F-B2F97E26AC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8" name="Freeform 28">
                <a:extLst>
                  <a:ext uri="{FF2B5EF4-FFF2-40B4-BE49-F238E27FC236}">
                    <a16:creationId xmlns:a16="http://schemas.microsoft.com/office/drawing/2014/main" id="{44179987-9B3B-4BC1-9BDA-EC9F30A379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9" name="Freeform 29">
                <a:extLst>
                  <a:ext uri="{FF2B5EF4-FFF2-40B4-BE49-F238E27FC236}">
                    <a16:creationId xmlns:a16="http://schemas.microsoft.com/office/drawing/2014/main" id="{EF0E5480-8C2D-4FFE-9357-938DF0642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0" name="Freeform 30">
                <a:extLst>
                  <a:ext uri="{FF2B5EF4-FFF2-40B4-BE49-F238E27FC236}">
                    <a16:creationId xmlns:a16="http://schemas.microsoft.com/office/drawing/2014/main" id="{FDAC2F76-95E6-4EE4-8A26-47CDAE5C6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1" name="Freeform 31">
                <a:extLst>
                  <a:ext uri="{FF2B5EF4-FFF2-40B4-BE49-F238E27FC236}">
                    <a16:creationId xmlns:a16="http://schemas.microsoft.com/office/drawing/2014/main" id="{249EB4AA-5D5B-4A3A-9F2D-6E4EDF2046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grpSp>
        <p:grpSp>
          <p:nvGrpSpPr>
            <p:cNvPr id="14" name="Group 13">
              <a:extLst>
                <a:ext uri="{FF2B5EF4-FFF2-40B4-BE49-F238E27FC236}">
                  <a16:creationId xmlns:a16="http://schemas.microsoft.com/office/drawing/2014/main" id="{375D3DC5-0B19-4EA9-A350-6218AC28CD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86B5A458-9418-4EDA-9B6F-E4754ABA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6" name="Freeform 33">
                <a:extLst>
                  <a:ext uri="{FF2B5EF4-FFF2-40B4-BE49-F238E27FC236}">
                    <a16:creationId xmlns:a16="http://schemas.microsoft.com/office/drawing/2014/main" id="{6307D20D-BE6F-4BFD-8A35-230A01AD72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7" name="Freeform 34">
                <a:extLst>
                  <a:ext uri="{FF2B5EF4-FFF2-40B4-BE49-F238E27FC236}">
                    <a16:creationId xmlns:a16="http://schemas.microsoft.com/office/drawing/2014/main" id="{37A04039-8217-4B7F-8F43-4039DF087D8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8" name="Freeform 35">
                <a:extLst>
                  <a:ext uri="{FF2B5EF4-FFF2-40B4-BE49-F238E27FC236}">
                    <a16:creationId xmlns:a16="http://schemas.microsoft.com/office/drawing/2014/main" id="{CA6CE641-5DEB-4A06-B9C3-B726A334C2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9" name="Freeform 36">
                <a:extLst>
                  <a:ext uri="{FF2B5EF4-FFF2-40B4-BE49-F238E27FC236}">
                    <a16:creationId xmlns:a16="http://schemas.microsoft.com/office/drawing/2014/main" id="{D08C7C1C-DF39-4479-94BD-47E71DE422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0" name="Freeform 37">
                <a:extLst>
                  <a:ext uri="{FF2B5EF4-FFF2-40B4-BE49-F238E27FC236}">
                    <a16:creationId xmlns:a16="http://schemas.microsoft.com/office/drawing/2014/main" id="{27C5EAA7-E449-48C0-9B14-E677E6ECF8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1" name="Freeform 38">
                <a:extLst>
                  <a:ext uri="{FF2B5EF4-FFF2-40B4-BE49-F238E27FC236}">
                    <a16:creationId xmlns:a16="http://schemas.microsoft.com/office/drawing/2014/main" id="{AA6A8A39-39D4-41FE-9974-CB46106A73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2" name="Freeform 39">
                <a:extLst>
                  <a:ext uri="{FF2B5EF4-FFF2-40B4-BE49-F238E27FC236}">
                    <a16:creationId xmlns:a16="http://schemas.microsoft.com/office/drawing/2014/main" id="{433C6D82-AE91-4A0C-97C6-34399C908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3" name="Freeform 40">
                <a:extLst>
                  <a:ext uri="{FF2B5EF4-FFF2-40B4-BE49-F238E27FC236}">
                    <a16:creationId xmlns:a16="http://schemas.microsoft.com/office/drawing/2014/main" id="{D4C06E36-D233-423A-BC95-5B4D5BE35C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4" name="Rectangle 41">
                <a:extLst>
                  <a:ext uri="{FF2B5EF4-FFF2-40B4-BE49-F238E27FC236}">
                    <a16:creationId xmlns:a16="http://schemas.microsoft.com/office/drawing/2014/main" id="{E1B0EEC1-CF7A-4761-B477-941DB41A83D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grpSp>
      </p:grpSp>
      <p:sp>
        <p:nvSpPr>
          <p:cNvPr id="2" name="Title 1">
            <a:extLst>
              <a:ext uri="{FF2B5EF4-FFF2-40B4-BE49-F238E27FC236}">
                <a16:creationId xmlns:a16="http://schemas.microsoft.com/office/drawing/2014/main" id="{0EC670EF-DC80-E5F0-54E1-0F0C73893930}"/>
              </a:ext>
            </a:extLst>
          </p:cNvPr>
          <p:cNvSpPr>
            <a:spLocks noGrp="1"/>
          </p:cNvSpPr>
          <p:nvPr>
            <p:ph type="title"/>
          </p:nvPr>
        </p:nvSpPr>
        <p:spPr>
          <a:xfrm>
            <a:off x="1141413" y="618518"/>
            <a:ext cx="9905998" cy="1478570"/>
          </a:xfrm>
        </p:spPr>
        <p:txBody>
          <a:bodyPr vert="horz" lIns="91440" tIns="45720" rIns="91440" bIns="45720" rtlCol="0" anchor="ctr">
            <a:normAutofit/>
          </a:bodyPr>
          <a:lstStyle/>
          <a:p>
            <a:pPr algn="ctr"/>
            <a:r>
              <a:rPr lang="en-US"/>
              <a:t>Lack of Communication and Transparency</a:t>
            </a:r>
          </a:p>
        </p:txBody>
      </p:sp>
      <p:sp>
        <p:nvSpPr>
          <p:cNvPr id="4" name="Content Placeholder 3">
            <a:extLst>
              <a:ext uri="{FF2B5EF4-FFF2-40B4-BE49-F238E27FC236}">
                <a16:creationId xmlns:a16="http://schemas.microsoft.com/office/drawing/2014/main" id="{AB8519D9-529D-CBDC-6A99-91719327C4C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141412" y="2249487"/>
            <a:ext cx="4844521" cy="3541714"/>
          </a:xfrm>
        </p:spPr>
        <p:txBody>
          <a:bodyPr>
            <a:normAutofit/>
          </a:bodyPr>
          <a:lstStyle/>
          <a:p>
            <a:pPr marL="0" indent="0">
              <a:spcBef>
                <a:spcPts val="2500"/>
              </a:spcBef>
              <a:buNone/>
            </a:pPr>
            <a:r>
              <a:rPr lang="en-US" sz="1400" b="1"/>
              <a:t>Consequences of Poor Communication</a:t>
            </a:r>
          </a:p>
          <a:p>
            <a:pPr marL="0" lvl="1" indent="0">
              <a:buNone/>
            </a:pPr>
            <a:r>
              <a:rPr lang="en-US" sz="1400"/>
              <a:t>Lack of information sharing causes mistrust and confusion among individuals and groups.</a:t>
            </a:r>
          </a:p>
          <a:p>
            <a:pPr marL="0" indent="0">
              <a:spcBef>
                <a:spcPts val="2500"/>
              </a:spcBef>
              <a:buNone/>
            </a:pPr>
            <a:r>
              <a:rPr lang="en-US" sz="1400" b="1"/>
              <a:t>Value of Transparency</a:t>
            </a:r>
          </a:p>
          <a:p>
            <a:pPr marL="0" lvl="1" indent="0">
              <a:buNone/>
            </a:pPr>
            <a:r>
              <a:rPr lang="en-US" sz="1400"/>
              <a:t>Open and transparent communication builds understanding and encourages active participation in cultural change.</a:t>
            </a:r>
          </a:p>
        </p:txBody>
      </p:sp>
      <p:pic>
        <p:nvPicPr>
          <p:cNvPr id="5" name="Content Placeholder 4" descr="Hand drawn businessman and business woman icons in red and black colors are connected by arrows randomly on white background. This image shows the social media, and online communication between business people.">
            <a:extLst>
              <a:ext uri="{FF2B5EF4-FFF2-40B4-BE49-F238E27FC236}">
                <a16:creationId xmlns:a16="http://schemas.microsoft.com/office/drawing/2014/main" id="{5886FB73-6136-4578-9781-2674FE84404B}"/>
              </a:ext>
            </a:extLst>
          </p:cNvPr>
          <p:cNvPicPr>
            <a:picLocks noGrp="1" noChangeAspect="1"/>
          </p:cNvPicPr>
          <p:nvPr>
            <p:ph sz="half" idx="1"/>
          </p:nvPr>
        </p:nvPicPr>
        <p:blipFill>
          <a:blip r:embed="rId5"/>
          <a:srcRect t="1911" r="3" b="3"/>
          <a:stretch>
            <a:fillRect/>
          </a:stretch>
        </p:blipFill>
        <p:spPr>
          <a:xfrm>
            <a:off x="6392335" y="2497720"/>
            <a:ext cx="4655075" cy="3047892"/>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22106544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9FACE42-44B0-4185-8ED4-9043A78C860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a:solidFill>
                  <a:srgbClr val="FFFFFF"/>
                </a:solidFill>
              </a14:hiddenFill>
            </a:ext>
          </a:extLst>
        </p:spPr>
      </p:pic>
      <p:grpSp>
        <p:nvGrpSpPr>
          <p:cNvPr id="12" name="Group 11">
            <a:extLst>
              <a:ext uri="{FF2B5EF4-FFF2-40B4-BE49-F238E27FC236}">
                <a16:creationId xmlns:a16="http://schemas.microsoft.com/office/drawing/2014/main" id="{A838DBA2-246D-4087-AE0A-6EA2B4B65A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B4406F95-9579-494D-BE1E-A012A7F4CB3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4C8D671A-5C73-44CA-B6D0-7F3BC195BA6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26" name="Freeform 6">
                <a:extLst>
                  <a:ext uri="{FF2B5EF4-FFF2-40B4-BE49-F238E27FC236}">
                    <a16:creationId xmlns:a16="http://schemas.microsoft.com/office/drawing/2014/main" id="{F0DB3AC8-B5AD-4004-B0B9-74B58BECA0C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7" name="Freeform 7">
                <a:extLst>
                  <a:ext uri="{FF2B5EF4-FFF2-40B4-BE49-F238E27FC236}">
                    <a16:creationId xmlns:a16="http://schemas.microsoft.com/office/drawing/2014/main" id="{F3B2C8F3-E236-45B2-B2E1-8460F8FD6D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8" name="Freeform 8">
                <a:extLst>
                  <a:ext uri="{FF2B5EF4-FFF2-40B4-BE49-F238E27FC236}">
                    <a16:creationId xmlns:a16="http://schemas.microsoft.com/office/drawing/2014/main" id="{761EE3AC-0BC2-4A29-AD58-5CB0EEFF9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9" name="Freeform 9">
                <a:extLst>
                  <a:ext uri="{FF2B5EF4-FFF2-40B4-BE49-F238E27FC236}">
                    <a16:creationId xmlns:a16="http://schemas.microsoft.com/office/drawing/2014/main" id="{38DC43BE-83DD-43F3-A21F-9B58B1074F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0" name="Freeform 10">
                <a:extLst>
                  <a:ext uri="{FF2B5EF4-FFF2-40B4-BE49-F238E27FC236}">
                    <a16:creationId xmlns:a16="http://schemas.microsoft.com/office/drawing/2014/main" id="{112583CE-53E8-48F6-9F71-25A32BFD6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1" name="Freeform 11">
                <a:extLst>
                  <a:ext uri="{FF2B5EF4-FFF2-40B4-BE49-F238E27FC236}">
                    <a16:creationId xmlns:a16="http://schemas.microsoft.com/office/drawing/2014/main" id="{229A7966-2C4F-4334-8FB7-08521F984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2" name="Freeform 12">
                <a:extLst>
                  <a:ext uri="{FF2B5EF4-FFF2-40B4-BE49-F238E27FC236}">
                    <a16:creationId xmlns:a16="http://schemas.microsoft.com/office/drawing/2014/main" id="{656FCF6A-DF5B-42AA-83C4-22CD7B9947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3" name="Freeform 13">
                <a:extLst>
                  <a:ext uri="{FF2B5EF4-FFF2-40B4-BE49-F238E27FC236}">
                    <a16:creationId xmlns:a16="http://schemas.microsoft.com/office/drawing/2014/main" id="{E908B3EE-F31D-4E8D-BF3C-71F5B35F02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4" name="Freeform 14">
                <a:extLst>
                  <a:ext uri="{FF2B5EF4-FFF2-40B4-BE49-F238E27FC236}">
                    <a16:creationId xmlns:a16="http://schemas.microsoft.com/office/drawing/2014/main" id="{DA9F96D7-B42C-4F80-8F26-72388FE0C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5" name="Freeform 15">
                <a:extLst>
                  <a:ext uri="{FF2B5EF4-FFF2-40B4-BE49-F238E27FC236}">
                    <a16:creationId xmlns:a16="http://schemas.microsoft.com/office/drawing/2014/main" id="{5C9D5861-5A45-408A-A25E-61ED661AD7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6" name="Line 16">
                <a:extLst>
                  <a:ext uri="{FF2B5EF4-FFF2-40B4-BE49-F238E27FC236}">
                    <a16:creationId xmlns:a16="http://schemas.microsoft.com/office/drawing/2014/main" id="{DEEF5DD7-13B2-4CBB-A1AE-193A618B0F0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7" name="Freeform 17">
                <a:extLst>
                  <a:ext uri="{FF2B5EF4-FFF2-40B4-BE49-F238E27FC236}">
                    <a16:creationId xmlns:a16="http://schemas.microsoft.com/office/drawing/2014/main" id="{3D896DDA-5AD2-4360-9E65-A79213105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8" name="Freeform 18">
                <a:extLst>
                  <a:ext uri="{FF2B5EF4-FFF2-40B4-BE49-F238E27FC236}">
                    <a16:creationId xmlns:a16="http://schemas.microsoft.com/office/drawing/2014/main" id="{C088F3B1-D893-4078-8EAE-6A3776F67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9" name="Freeform 19">
                <a:extLst>
                  <a:ext uri="{FF2B5EF4-FFF2-40B4-BE49-F238E27FC236}">
                    <a16:creationId xmlns:a16="http://schemas.microsoft.com/office/drawing/2014/main" id="{23CCB367-42E1-4DEF-BABD-7457EB9F2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0" name="Freeform 20">
                <a:extLst>
                  <a:ext uri="{FF2B5EF4-FFF2-40B4-BE49-F238E27FC236}">
                    <a16:creationId xmlns:a16="http://schemas.microsoft.com/office/drawing/2014/main" id="{BAFD46CE-CD21-4C8E-8ACE-B1A0B74A90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1" name="Rectangle 21">
                <a:extLst>
                  <a:ext uri="{FF2B5EF4-FFF2-40B4-BE49-F238E27FC236}">
                    <a16:creationId xmlns:a16="http://schemas.microsoft.com/office/drawing/2014/main" id="{23980A26-1FFF-4434-A77C-C5A1C96A54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42" name="Freeform 22">
                <a:extLst>
                  <a:ext uri="{FF2B5EF4-FFF2-40B4-BE49-F238E27FC236}">
                    <a16:creationId xmlns:a16="http://schemas.microsoft.com/office/drawing/2014/main" id="{AE64C1E5-E917-4222-8080-3EF831FB46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3" name="Freeform 23">
                <a:extLst>
                  <a:ext uri="{FF2B5EF4-FFF2-40B4-BE49-F238E27FC236}">
                    <a16:creationId xmlns:a16="http://schemas.microsoft.com/office/drawing/2014/main" id="{D4D42DE6-99E5-4D28-834E-6601A7DD93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4" name="Freeform 24">
                <a:extLst>
                  <a:ext uri="{FF2B5EF4-FFF2-40B4-BE49-F238E27FC236}">
                    <a16:creationId xmlns:a16="http://schemas.microsoft.com/office/drawing/2014/main" id="{194304B3-4C44-49E0-A677-19E2DA8CC9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5" name="Freeform 25">
                <a:extLst>
                  <a:ext uri="{FF2B5EF4-FFF2-40B4-BE49-F238E27FC236}">
                    <a16:creationId xmlns:a16="http://schemas.microsoft.com/office/drawing/2014/main" id="{C726387F-F77D-4FB6-A177-1DC6115E8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6" name="Freeform 26">
                <a:extLst>
                  <a:ext uri="{FF2B5EF4-FFF2-40B4-BE49-F238E27FC236}">
                    <a16:creationId xmlns:a16="http://schemas.microsoft.com/office/drawing/2014/main" id="{2F09766D-0653-4646-BA37-8FC23294BA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7" name="Freeform 27">
                <a:extLst>
                  <a:ext uri="{FF2B5EF4-FFF2-40B4-BE49-F238E27FC236}">
                    <a16:creationId xmlns:a16="http://schemas.microsoft.com/office/drawing/2014/main" id="{F50D9867-C9E0-462B-894F-B2F97E26AC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8" name="Freeform 28">
                <a:extLst>
                  <a:ext uri="{FF2B5EF4-FFF2-40B4-BE49-F238E27FC236}">
                    <a16:creationId xmlns:a16="http://schemas.microsoft.com/office/drawing/2014/main" id="{44179987-9B3B-4BC1-9BDA-EC9F30A379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9" name="Freeform 29">
                <a:extLst>
                  <a:ext uri="{FF2B5EF4-FFF2-40B4-BE49-F238E27FC236}">
                    <a16:creationId xmlns:a16="http://schemas.microsoft.com/office/drawing/2014/main" id="{EF0E5480-8C2D-4FFE-9357-938DF0642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0" name="Freeform 30">
                <a:extLst>
                  <a:ext uri="{FF2B5EF4-FFF2-40B4-BE49-F238E27FC236}">
                    <a16:creationId xmlns:a16="http://schemas.microsoft.com/office/drawing/2014/main" id="{FDAC2F76-95E6-4EE4-8A26-47CDAE5C6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1" name="Freeform 31">
                <a:extLst>
                  <a:ext uri="{FF2B5EF4-FFF2-40B4-BE49-F238E27FC236}">
                    <a16:creationId xmlns:a16="http://schemas.microsoft.com/office/drawing/2014/main" id="{249EB4AA-5D5B-4A3A-9F2D-6E4EDF2046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grpSp>
        <p:grpSp>
          <p:nvGrpSpPr>
            <p:cNvPr id="14" name="Group 13">
              <a:extLst>
                <a:ext uri="{FF2B5EF4-FFF2-40B4-BE49-F238E27FC236}">
                  <a16:creationId xmlns:a16="http://schemas.microsoft.com/office/drawing/2014/main" id="{375D3DC5-0B19-4EA9-A350-6218AC28CD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86B5A458-9418-4EDA-9B6F-E4754ABA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6" name="Freeform 33">
                <a:extLst>
                  <a:ext uri="{FF2B5EF4-FFF2-40B4-BE49-F238E27FC236}">
                    <a16:creationId xmlns:a16="http://schemas.microsoft.com/office/drawing/2014/main" id="{6307D20D-BE6F-4BFD-8A35-230A01AD72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7" name="Freeform 34">
                <a:extLst>
                  <a:ext uri="{FF2B5EF4-FFF2-40B4-BE49-F238E27FC236}">
                    <a16:creationId xmlns:a16="http://schemas.microsoft.com/office/drawing/2014/main" id="{37A04039-8217-4B7F-8F43-4039DF087D8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8" name="Freeform 35">
                <a:extLst>
                  <a:ext uri="{FF2B5EF4-FFF2-40B4-BE49-F238E27FC236}">
                    <a16:creationId xmlns:a16="http://schemas.microsoft.com/office/drawing/2014/main" id="{CA6CE641-5DEB-4A06-B9C3-B726A334C2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9" name="Freeform 36">
                <a:extLst>
                  <a:ext uri="{FF2B5EF4-FFF2-40B4-BE49-F238E27FC236}">
                    <a16:creationId xmlns:a16="http://schemas.microsoft.com/office/drawing/2014/main" id="{D08C7C1C-DF39-4479-94BD-47E71DE422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0" name="Freeform 37">
                <a:extLst>
                  <a:ext uri="{FF2B5EF4-FFF2-40B4-BE49-F238E27FC236}">
                    <a16:creationId xmlns:a16="http://schemas.microsoft.com/office/drawing/2014/main" id="{27C5EAA7-E449-48C0-9B14-E677E6ECF8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1" name="Freeform 38">
                <a:extLst>
                  <a:ext uri="{FF2B5EF4-FFF2-40B4-BE49-F238E27FC236}">
                    <a16:creationId xmlns:a16="http://schemas.microsoft.com/office/drawing/2014/main" id="{AA6A8A39-39D4-41FE-9974-CB46106A73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2" name="Freeform 39">
                <a:extLst>
                  <a:ext uri="{FF2B5EF4-FFF2-40B4-BE49-F238E27FC236}">
                    <a16:creationId xmlns:a16="http://schemas.microsoft.com/office/drawing/2014/main" id="{433C6D82-AE91-4A0C-97C6-34399C908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3" name="Freeform 40">
                <a:extLst>
                  <a:ext uri="{FF2B5EF4-FFF2-40B4-BE49-F238E27FC236}">
                    <a16:creationId xmlns:a16="http://schemas.microsoft.com/office/drawing/2014/main" id="{D4C06E36-D233-423A-BC95-5B4D5BE35C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4" name="Rectangle 41">
                <a:extLst>
                  <a:ext uri="{FF2B5EF4-FFF2-40B4-BE49-F238E27FC236}">
                    <a16:creationId xmlns:a16="http://schemas.microsoft.com/office/drawing/2014/main" id="{E1B0EEC1-CF7A-4761-B477-941DB41A83D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grpSp>
      </p:grpSp>
      <p:sp>
        <p:nvSpPr>
          <p:cNvPr id="2" name="Title 1">
            <a:extLst>
              <a:ext uri="{FF2B5EF4-FFF2-40B4-BE49-F238E27FC236}">
                <a16:creationId xmlns:a16="http://schemas.microsoft.com/office/drawing/2014/main" id="{0D70DB6E-8885-6500-0608-4956F9D819C0}"/>
              </a:ext>
            </a:extLst>
          </p:cNvPr>
          <p:cNvSpPr>
            <a:spLocks noGrp="1"/>
          </p:cNvSpPr>
          <p:nvPr>
            <p:ph type="title"/>
          </p:nvPr>
        </p:nvSpPr>
        <p:spPr>
          <a:xfrm>
            <a:off x="1141413" y="618518"/>
            <a:ext cx="9905998" cy="1478570"/>
          </a:xfrm>
        </p:spPr>
        <p:txBody>
          <a:bodyPr vert="horz" lIns="91440" tIns="45720" rIns="91440" bIns="45720" rtlCol="0" anchor="ctr">
            <a:normAutofit/>
          </a:bodyPr>
          <a:lstStyle/>
          <a:p>
            <a:pPr algn="ctr"/>
            <a:r>
              <a:rPr lang="en-US"/>
              <a:t>Resource Constraints and Competing Priorities</a:t>
            </a:r>
          </a:p>
        </p:txBody>
      </p:sp>
      <p:pic>
        <p:nvPicPr>
          <p:cNvPr id="5" name="Content Placeholder 4" descr="Shot of a group of young businesspeople having a brainstorming session together in a modern office">
            <a:extLst>
              <a:ext uri="{FF2B5EF4-FFF2-40B4-BE49-F238E27FC236}">
                <a16:creationId xmlns:a16="http://schemas.microsoft.com/office/drawing/2014/main" id="{EB4AE407-FC18-4F4B-997D-F6D745EE57D3}"/>
              </a:ext>
            </a:extLst>
          </p:cNvPr>
          <p:cNvPicPr>
            <a:picLocks noGrp="1" noChangeAspect="1"/>
          </p:cNvPicPr>
          <p:nvPr>
            <p:ph sz="half" idx="1"/>
          </p:nvPr>
        </p:nvPicPr>
        <p:blipFill>
          <a:blip r:embed="rId5"/>
          <a:srcRect l="24543" r="9991" b="3"/>
          <a:stretch>
            <a:fillRect/>
          </a:stretch>
        </p:blipFill>
        <p:spPr>
          <a:xfrm>
            <a:off x="1141411" y="2249487"/>
            <a:ext cx="3494597" cy="3549650"/>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4" name="Content Placeholder 3">
            <a:extLst>
              <a:ext uri="{FF2B5EF4-FFF2-40B4-BE49-F238E27FC236}">
                <a16:creationId xmlns:a16="http://schemas.microsoft.com/office/drawing/2014/main" id="{886E8FB9-0C90-2D25-9831-1408686A7B5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34579" y="2249487"/>
            <a:ext cx="6012832" cy="3541714"/>
          </a:xfrm>
        </p:spPr>
        <p:txBody>
          <a:bodyPr>
            <a:normAutofit/>
          </a:bodyPr>
          <a:lstStyle/>
          <a:p>
            <a:pPr marL="0" indent="0">
              <a:spcBef>
                <a:spcPts val="2500"/>
              </a:spcBef>
              <a:buNone/>
            </a:pPr>
            <a:r>
              <a:rPr lang="en-US" sz="1400" b="1"/>
              <a:t>Impact of Resource Limits</a:t>
            </a:r>
          </a:p>
          <a:p>
            <a:pPr marL="0" lvl="1" indent="0">
              <a:buNone/>
            </a:pPr>
            <a:r>
              <a:rPr lang="en-US" sz="1400"/>
              <a:t>Limited resources restrict the ability to fully support culture initiatives effectively and consistently.</a:t>
            </a:r>
          </a:p>
          <a:p>
            <a:pPr marL="0" indent="0">
              <a:spcBef>
                <a:spcPts val="2500"/>
              </a:spcBef>
              <a:buNone/>
            </a:pPr>
            <a:r>
              <a:rPr lang="en-US" sz="1400" b="1"/>
              <a:t>Managing Competing Demands</a:t>
            </a:r>
          </a:p>
          <a:p>
            <a:pPr marL="0" lvl="1" indent="0">
              <a:buNone/>
            </a:pPr>
            <a:r>
              <a:rPr lang="en-US" sz="1400"/>
              <a:t>Multiple organizational demands can shift attention away from culture-building efforts and priorities.</a:t>
            </a:r>
          </a:p>
          <a:p>
            <a:pPr marL="0" indent="0">
              <a:spcBef>
                <a:spcPts val="2500"/>
              </a:spcBef>
              <a:buNone/>
            </a:pPr>
            <a:r>
              <a:rPr lang="en-US" sz="1400" b="1"/>
              <a:t>Prioritization for Success</a:t>
            </a:r>
          </a:p>
          <a:p>
            <a:pPr marL="0" lvl="1" indent="0">
              <a:buNone/>
            </a:pPr>
            <a:r>
              <a:rPr lang="en-US" sz="1400"/>
              <a:t>Allocating adequate focus and support through prioritization is essential to advancing culture initiatives.</a:t>
            </a:r>
          </a:p>
        </p:txBody>
      </p:sp>
    </p:spTree>
    <p:extLst>
      <p:ext uri="{BB962C8B-B14F-4D97-AF65-F5344CB8AC3E}">
        <p14:creationId xmlns:p14="http://schemas.microsoft.com/office/powerpoint/2010/main" val="8487506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9FACE42-44B0-4185-8ED4-9043A78C860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a:solidFill>
                  <a:srgbClr val="FFFFFF"/>
                </a:solidFill>
              </a14:hiddenFill>
            </a:ext>
          </a:extLst>
        </p:spPr>
      </p:pic>
      <p:grpSp>
        <p:nvGrpSpPr>
          <p:cNvPr id="12" name="Group 11">
            <a:extLst>
              <a:ext uri="{FF2B5EF4-FFF2-40B4-BE49-F238E27FC236}">
                <a16:creationId xmlns:a16="http://schemas.microsoft.com/office/drawing/2014/main" id="{A838DBA2-246D-4087-AE0A-6EA2B4B65A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B4406F95-9579-494D-BE1E-A012A7F4CB3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4C8D671A-5C73-44CA-B6D0-7F3BC195BA6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26" name="Freeform 6">
                <a:extLst>
                  <a:ext uri="{FF2B5EF4-FFF2-40B4-BE49-F238E27FC236}">
                    <a16:creationId xmlns:a16="http://schemas.microsoft.com/office/drawing/2014/main" id="{F0DB3AC8-B5AD-4004-B0B9-74B58BECA0C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7" name="Freeform 7">
                <a:extLst>
                  <a:ext uri="{FF2B5EF4-FFF2-40B4-BE49-F238E27FC236}">
                    <a16:creationId xmlns:a16="http://schemas.microsoft.com/office/drawing/2014/main" id="{F3B2C8F3-E236-45B2-B2E1-8460F8FD6D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8" name="Freeform 8">
                <a:extLst>
                  <a:ext uri="{FF2B5EF4-FFF2-40B4-BE49-F238E27FC236}">
                    <a16:creationId xmlns:a16="http://schemas.microsoft.com/office/drawing/2014/main" id="{761EE3AC-0BC2-4A29-AD58-5CB0EEFF9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9" name="Freeform 9">
                <a:extLst>
                  <a:ext uri="{FF2B5EF4-FFF2-40B4-BE49-F238E27FC236}">
                    <a16:creationId xmlns:a16="http://schemas.microsoft.com/office/drawing/2014/main" id="{38DC43BE-83DD-43F3-A21F-9B58B1074F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0" name="Freeform 10">
                <a:extLst>
                  <a:ext uri="{FF2B5EF4-FFF2-40B4-BE49-F238E27FC236}">
                    <a16:creationId xmlns:a16="http://schemas.microsoft.com/office/drawing/2014/main" id="{112583CE-53E8-48F6-9F71-25A32BFD6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1" name="Freeform 11">
                <a:extLst>
                  <a:ext uri="{FF2B5EF4-FFF2-40B4-BE49-F238E27FC236}">
                    <a16:creationId xmlns:a16="http://schemas.microsoft.com/office/drawing/2014/main" id="{229A7966-2C4F-4334-8FB7-08521F984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2" name="Freeform 12">
                <a:extLst>
                  <a:ext uri="{FF2B5EF4-FFF2-40B4-BE49-F238E27FC236}">
                    <a16:creationId xmlns:a16="http://schemas.microsoft.com/office/drawing/2014/main" id="{656FCF6A-DF5B-42AA-83C4-22CD7B9947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3" name="Freeform 13">
                <a:extLst>
                  <a:ext uri="{FF2B5EF4-FFF2-40B4-BE49-F238E27FC236}">
                    <a16:creationId xmlns:a16="http://schemas.microsoft.com/office/drawing/2014/main" id="{E908B3EE-F31D-4E8D-BF3C-71F5B35F02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4" name="Freeform 14">
                <a:extLst>
                  <a:ext uri="{FF2B5EF4-FFF2-40B4-BE49-F238E27FC236}">
                    <a16:creationId xmlns:a16="http://schemas.microsoft.com/office/drawing/2014/main" id="{DA9F96D7-B42C-4F80-8F26-72388FE0C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5" name="Freeform 15">
                <a:extLst>
                  <a:ext uri="{FF2B5EF4-FFF2-40B4-BE49-F238E27FC236}">
                    <a16:creationId xmlns:a16="http://schemas.microsoft.com/office/drawing/2014/main" id="{5C9D5861-5A45-408A-A25E-61ED661AD7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6" name="Line 16">
                <a:extLst>
                  <a:ext uri="{FF2B5EF4-FFF2-40B4-BE49-F238E27FC236}">
                    <a16:creationId xmlns:a16="http://schemas.microsoft.com/office/drawing/2014/main" id="{DEEF5DD7-13B2-4CBB-A1AE-193A618B0F0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7" name="Freeform 17">
                <a:extLst>
                  <a:ext uri="{FF2B5EF4-FFF2-40B4-BE49-F238E27FC236}">
                    <a16:creationId xmlns:a16="http://schemas.microsoft.com/office/drawing/2014/main" id="{3D896DDA-5AD2-4360-9E65-A79213105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8" name="Freeform 18">
                <a:extLst>
                  <a:ext uri="{FF2B5EF4-FFF2-40B4-BE49-F238E27FC236}">
                    <a16:creationId xmlns:a16="http://schemas.microsoft.com/office/drawing/2014/main" id="{C088F3B1-D893-4078-8EAE-6A3776F67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9" name="Freeform 19">
                <a:extLst>
                  <a:ext uri="{FF2B5EF4-FFF2-40B4-BE49-F238E27FC236}">
                    <a16:creationId xmlns:a16="http://schemas.microsoft.com/office/drawing/2014/main" id="{23CCB367-42E1-4DEF-BABD-7457EB9F2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0" name="Freeform 20">
                <a:extLst>
                  <a:ext uri="{FF2B5EF4-FFF2-40B4-BE49-F238E27FC236}">
                    <a16:creationId xmlns:a16="http://schemas.microsoft.com/office/drawing/2014/main" id="{BAFD46CE-CD21-4C8E-8ACE-B1A0B74A90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1" name="Rectangle 21">
                <a:extLst>
                  <a:ext uri="{FF2B5EF4-FFF2-40B4-BE49-F238E27FC236}">
                    <a16:creationId xmlns:a16="http://schemas.microsoft.com/office/drawing/2014/main" id="{23980A26-1FFF-4434-A77C-C5A1C96A54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42" name="Freeform 22">
                <a:extLst>
                  <a:ext uri="{FF2B5EF4-FFF2-40B4-BE49-F238E27FC236}">
                    <a16:creationId xmlns:a16="http://schemas.microsoft.com/office/drawing/2014/main" id="{AE64C1E5-E917-4222-8080-3EF831FB46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3" name="Freeform 23">
                <a:extLst>
                  <a:ext uri="{FF2B5EF4-FFF2-40B4-BE49-F238E27FC236}">
                    <a16:creationId xmlns:a16="http://schemas.microsoft.com/office/drawing/2014/main" id="{D4D42DE6-99E5-4D28-834E-6601A7DD93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4" name="Freeform 24">
                <a:extLst>
                  <a:ext uri="{FF2B5EF4-FFF2-40B4-BE49-F238E27FC236}">
                    <a16:creationId xmlns:a16="http://schemas.microsoft.com/office/drawing/2014/main" id="{194304B3-4C44-49E0-A677-19E2DA8CC9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5" name="Freeform 25">
                <a:extLst>
                  <a:ext uri="{FF2B5EF4-FFF2-40B4-BE49-F238E27FC236}">
                    <a16:creationId xmlns:a16="http://schemas.microsoft.com/office/drawing/2014/main" id="{C726387F-F77D-4FB6-A177-1DC6115E8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6" name="Freeform 26">
                <a:extLst>
                  <a:ext uri="{FF2B5EF4-FFF2-40B4-BE49-F238E27FC236}">
                    <a16:creationId xmlns:a16="http://schemas.microsoft.com/office/drawing/2014/main" id="{2F09766D-0653-4646-BA37-8FC23294BA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7" name="Freeform 27">
                <a:extLst>
                  <a:ext uri="{FF2B5EF4-FFF2-40B4-BE49-F238E27FC236}">
                    <a16:creationId xmlns:a16="http://schemas.microsoft.com/office/drawing/2014/main" id="{F50D9867-C9E0-462B-894F-B2F97E26AC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8" name="Freeform 28">
                <a:extLst>
                  <a:ext uri="{FF2B5EF4-FFF2-40B4-BE49-F238E27FC236}">
                    <a16:creationId xmlns:a16="http://schemas.microsoft.com/office/drawing/2014/main" id="{44179987-9B3B-4BC1-9BDA-EC9F30A379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9" name="Freeform 29">
                <a:extLst>
                  <a:ext uri="{FF2B5EF4-FFF2-40B4-BE49-F238E27FC236}">
                    <a16:creationId xmlns:a16="http://schemas.microsoft.com/office/drawing/2014/main" id="{EF0E5480-8C2D-4FFE-9357-938DF0642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0" name="Freeform 30">
                <a:extLst>
                  <a:ext uri="{FF2B5EF4-FFF2-40B4-BE49-F238E27FC236}">
                    <a16:creationId xmlns:a16="http://schemas.microsoft.com/office/drawing/2014/main" id="{FDAC2F76-95E6-4EE4-8A26-47CDAE5C6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1" name="Freeform 31">
                <a:extLst>
                  <a:ext uri="{FF2B5EF4-FFF2-40B4-BE49-F238E27FC236}">
                    <a16:creationId xmlns:a16="http://schemas.microsoft.com/office/drawing/2014/main" id="{249EB4AA-5D5B-4A3A-9F2D-6E4EDF2046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grpSp>
        <p:grpSp>
          <p:nvGrpSpPr>
            <p:cNvPr id="14" name="Group 13">
              <a:extLst>
                <a:ext uri="{FF2B5EF4-FFF2-40B4-BE49-F238E27FC236}">
                  <a16:creationId xmlns:a16="http://schemas.microsoft.com/office/drawing/2014/main" id="{375D3DC5-0B19-4EA9-A350-6218AC28CD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86B5A458-9418-4EDA-9B6F-E4754ABA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6" name="Freeform 33">
                <a:extLst>
                  <a:ext uri="{FF2B5EF4-FFF2-40B4-BE49-F238E27FC236}">
                    <a16:creationId xmlns:a16="http://schemas.microsoft.com/office/drawing/2014/main" id="{6307D20D-BE6F-4BFD-8A35-230A01AD72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7" name="Freeform 34">
                <a:extLst>
                  <a:ext uri="{FF2B5EF4-FFF2-40B4-BE49-F238E27FC236}">
                    <a16:creationId xmlns:a16="http://schemas.microsoft.com/office/drawing/2014/main" id="{37A04039-8217-4B7F-8F43-4039DF087D8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8" name="Freeform 35">
                <a:extLst>
                  <a:ext uri="{FF2B5EF4-FFF2-40B4-BE49-F238E27FC236}">
                    <a16:creationId xmlns:a16="http://schemas.microsoft.com/office/drawing/2014/main" id="{CA6CE641-5DEB-4A06-B9C3-B726A334C2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9" name="Freeform 36">
                <a:extLst>
                  <a:ext uri="{FF2B5EF4-FFF2-40B4-BE49-F238E27FC236}">
                    <a16:creationId xmlns:a16="http://schemas.microsoft.com/office/drawing/2014/main" id="{D08C7C1C-DF39-4479-94BD-47E71DE422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0" name="Freeform 37">
                <a:extLst>
                  <a:ext uri="{FF2B5EF4-FFF2-40B4-BE49-F238E27FC236}">
                    <a16:creationId xmlns:a16="http://schemas.microsoft.com/office/drawing/2014/main" id="{27C5EAA7-E449-48C0-9B14-E677E6ECF8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1" name="Freeform 38">
                <a:extLst>
                  <a:ext uri="{FF2B5EF4-FFF2-40B4-BE49-F238E27FC236}">
                    <a16:creationId xmlns:a16="http://schemas.microsoft.com/office/drawing/2014/main" id="{AA6A8A39-39D4-41FE-9974-CB46106A73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2" name="Freeform 39">
                <a:extLst>
                  <a:ext uri="{FF2B5EF4-FFF2-40B4-BE49-F238E27FC236}">
                    <a16:creationId xmlns:a16="http://schemas.microsoft.com/office/drawing/2014/main" id="{433C6D82-AE91-4A0C-97C6-34399C908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3" name="Freeform 40">
                <a:extLst>
                  <a:ext uri="{FF2B5EF4-FFF2-40B4-BE49-F238E27FC236}">
                    <a16:creationId xmlns:a16="http://schemas.microsoft.com/office/drawing/2014/main" id="{D4C06E36-D233-423A-BC95-5B4D5BE35C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4" name="Rectangle 41">
                <a:extLst>
                  <a:ext uri="{FF2B5EF4-FFF2-40B4-BE49-F238E27FC236}">
                    <a16:creationId xmlns:a16="http://schemas.microsoft.com/office/drawing/2014/main" id="{E1B0EEC1-CF7A-4761-B477-941DB41A83D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dec="http://schemas.microsoft.com/office/drawing/2017/decorative" xmlns:p16="http://schemas.microsoft.com/office/powerpoint/2015/main" xmlns:p202="http://schemas.microsoft.com/office/powerpoint/2020/02/main"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grpSp>
      </p:grpSp>
      <p:sp>
        <p:nvSpPr>
          <p:cNvPr id="2" name="Title 1">
            <a:extLst>
              <a:ext uri="{FF2B5EF4-FFF2-40B4-BE49-F238E27FC236}">
                <a16:creationId xmlns:a16="http://schemas.microsoft.com/office/drawing/2014/main" id="{3FB83BBE-91A0-BD05-C8E3-751B297083EB}"/>
              </a:ext>
            </a:extLst>
          </p:cNvPr>
          <p:cNvSpPr>
            <a:spLocks noGrp="1"/>
          </p:cNvSpPr>
          <p:nvPr>
            <p:ph type="title"/>
          </p:nvPr>
        </p:nvSpPr>
        <p:spPr>
          <a:xfrm>
            <a:off x="1141413" y="618518"/>
            <a:ext cx="9905998" cy="1478570"/>
          </a:xfrm>
        </p:spPr>
        <p:txBody>
          <a:bodyPr vert="horz" lIns="91440" tIns="45720" rIns="91440" bIns="45720" rtlCol="0" anchor="ctr">
            <a:normAutofit/>
          </a:bodyPr>
          <a:lstStyle/>
          <a:p>
            <a:pPr algn="ctr"/>
            <a:r>
              <a:rPr lang="en-US"/>
              <a:t>Sustaining Cultural Change Over Time</a:t>
            </a:r>
          </a:p>
        </p:txBody>
      </p:sp>
      <p:pic>
        <p:nvPicPr>
          <p:cNvPr id="5" name="Content Placeholder 4" descr="Business meeting shot from above. There are men and women at the meeting. Multi ethnic group of people using laptops, digital tablets and mobile phones. There is also coffee and water on the wooden table">
            <a:extLst>
              <a:ext uri="{FF2B5EF4-FFF2-40B4-BE49-F238E27FC236}">
                <a16:creationId xmlns:a16="http://schemas.microsoft.com/office/drawing/2014/main" id="{0E67707B-B246-4647-9012-C82499AFF9FA}"/>
              </a:ext>
            </a:extLst>
          </p:cNvPr>
          <p:cNvPicPr>
            <a:picLocks noGrp="1" noChangeAspect="1"/>
          </p:cNvPicPr>
          <p:nvPr>
            <p:ph sz="half" idx="1"/>
          </p:nvPr>
        </p:nvPicPr>
        <p:blipFill>
          <a:blip r:embed="rId5"/>
          <a:srcRect l="32809" r="-3" b="-3"/>
          <a:stretch>
            <a:fillRect/>
          </a:stretch>
        </p:blipFill>
        <p:spPr>
          <a:xfrm>
            <a:off x="1141411" y="2249487"/>
            <a:ext cx="3494597" cy="3549650"/>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4" name="Content Placeholder 3">
            <a:extLst>
              <a:ext uri="{FF2B5EF4-FFF2-40B4-BE49-F238E27FC236}">
                <a16:creationId xmlns:a16="http://schemas.microsoft.com/office/drawing/2014/main" id="{84BDFAD8-7575-A017-0457-149CBF554C0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34579" y="2249487"/>
            <a:ext cx="6012832" cy="3541714"/>
          </a:xfrm>
        </p:spPr>
        <p:txBody>
          <a:bodyPr>
            <a:normAutofit/>
          </a:bodyPr>
          <a:lstStyle/>
          <a:p>
            <a:pPr marL="0" indent="0">
              <a:spcBef>
                <a:spcPts val="2500"/>
              </a:spcBef>
              <a:buNone/>
            </a:pPr>
            <a:r>
              <a:rPr lang="en-US" sz="1400" b="1"/>
              <a:t>Ongoing Effort and Reinforcement</a:t>
            </a:r>
          </a:p>
          <a:p>
            <a:pPr marL="0" lvl="1" indent="0">
              <a:buNone/>
            </a:pPr>
            <a:r>
              <a:rPr lang="en-US" sz="1400"/>
              <a:t>Sustaining culture demands continuous effort and consistent reinforcement across all organizational levels.</a:t>
            </a:r>
          </a:p>
          <a:p>
            <a:pPr marL="0" indent="0">
              <a:spcBef>
                <a:spcPts val="2500"/>
              </a:spcBef>
              <a:buNone/>
            </a:pPr>
            <a:r>
              <a:rPr lang="en-US" sz="1400" b="1"/>
              <a:t>Continuous Evaluation</a:t>
            </a:r>
          </a:p>
          <a:p>
            <a:pPr marL="0" lvl="1" indent="0">
              <a:buNone/>
            </a:pPr>
            <a:r>
              <a:rPr lang="en-US" sz="1400"/>
              <a:t>Regular assessment ensures the culture evolves and remains aligned with organizational goals.</a:t>
            </a:r>
          </a:p>
          <a:p>
            <a:pPr marL="0" indent="0">
              <a:spcBef>
                <a:spcPts val="2500"/>
              </a:spcBef>
              <a:buNone/>
            </a:pPr>
            <a:r>
              <a:rPr lang="en-US" sz="1400" b="1"/>
              <a:t>Embedding Culture into Practice</a:t>
            </a:r>
          </a:p>
          <a:p>
            <a:pPr marL="0" lvl="1" indent="0">
              <a:buNone/>
            </a:pPr>
            <a:r>
              <a:rPr lang="en-US" sz="1400"/>
              <a:t>Integrating cultural values into daily practices strengthens organizational identity and performance.</a:t>
            </a:r>
          </a:p>
        </p:txBody>
      </p:sp>
    </p:spTree>
    <p:extLst>
      <p:ext uri="{BB962C8B-B14F-4D97-AF65-F5344CB8AC3E}">
        <p14:creationId xmlns:p14="http://schemas.microsoft.com/office/powerpoint/2010/main" val="113334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1"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12"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13"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4"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15"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6"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US"/>
            </a:p>
          </p:txBody>
        </p:sp>
      </p:grpSp>
      <p:grpSp>
        <p:nvGrpSpPr>
          <p:cNvPr id="18" name="Group 17">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9"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20"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21"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22"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24" name="Group 23">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25"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26"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27"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28"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30" name="Group 29">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31"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32"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33"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34"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35"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36"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US"/>
            </a:p>
          </p:txBody>
        </p:sp>
      </p:grpSp>
      <p:sp>
        <p:nvSpPr>
          <p:cNvPr id="38" name="Rectangle 37">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8EC84F-A69F-745D-4119-D8436B8C1CD6}"/>
              </a:ext>
            </a:extLst>
          </p:cNvPr>
          <p:cNvSpPr>
            <a:spLocks noGrp="1"/>
          </p:cNvSpPr>
          <p:nvPr>
            <p:ph type="title"/>
          </p:nvPr>
        </p:nvSpPr>
        <p:spPr>
          <a:xfrm>
            <a:off x="1577445" y="1168078"/>
            <a:ext cx="9048219" cy="1092200"/>
          </a:xfrm>
        </p:spPr>
        <p:txBody>
          <a:bodyPr anchor="ctr">
            <a:normAutofit/>
          </a:bodyPr>
          <a:lstStyle/>
          <a:p>
            <a:pPr algn="ctr"/>
            <a:r>
              <a:rPr lang="en-US">
                <a:solidFill>
                  <a:srgbClr val="FFFFFF"/>
                </a:solidFill>
              </a:rPr>
              <a:t>Conclusion</a:t>
            </a:r>
          </a:p>
        </p:txBody>
      </p:sp>
      <p:graphicFrame>
        <p:nvGraphicFramePr>
          <p:cNvPr id="41" name="Content Placeholder 2">
            <a:extLst>
              <a:ext uri="{FF2B5EF4-FFF2-40B4-BE49-F238E27FC236}">
                <a16:creationId xmlns:a16="http://schemas.microsoft.com/office/drawing/2014/main" id="{6A62A8A4-A60F-39B0-0377-7C41E0CCA99B}"/>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577446" y="2413001"/>
          <a:ext cx="9048218" cy="30331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2489780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A92FE440-9FA0-3D1D-A309-7A3507398C0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06408B-C0F0-4726-68F1-3030F0657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B309A91-2290-3905-7400-6B6BE35E3E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1" name="Freeform 35">
              <a:extLst>
                <a:ext uri="{FF2B5EF4-FFF2-40B4-BE49-F238E27FC236}">
                  <a16:creationId xmlns:a16="http://schemas.microsoft.com/office/drawing/2014/main" id="{E6C612CD-C898-E76D-7211-9DA0A4516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12" name="Freeform 36">
              <a:extLst>
                <a:ext uri="{FF2B5EF4-FFF2-40B4-BE49-F238E27FC236}">
                  <a16:creationId xmlns:a16="http://schemas.microsoft.com/office/drawing/2014/main" id="{6C2B323E-76D8-A1C5-9AED-0E1F8CC5E3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13" name="Freeform 38">
              <a:extLst>
                <a:ext uri="{FF2B5EF4-FFF2-40B4-BE49-F238E27FC236}">
                  <a16:creationId xmlns:a16="http://schemas.microsoft.com/office/drawing/2014/main" id="{80117AF6-D6C0-492D-84BB-E99C48B141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4" name="Freeform 39">
              <a:extLst>
                <a:ext uri="{FF2B5EF4-FFF2-40B4-BE49-F238E27FC236}">
                  <a16:creationId xmlns:a16="http://schemas.microsoft.com/office/drawing/2014/main" id="{BEC71FEB-D008-66BC-FEA5-7D45E86BAD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15" name="Freeform 40">
              <a:extLst>
                <a:ext uri="{FF2B5EF4-FFF2-40B4-BE49-F238E27FC236}">
                  <a16:creationId xmlns:a16="http://schemas.microsoft.com/office/drawing/2014/main" id="{9DA7364A-2EB7-B257-9540-E7721BF2C36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6" name="Rectangle 41">
              <a:extLst>
                <a:ext uri="{FF2B5EF4-FFF2-40B4-BE49-F238E27FC236}">
                  <a16:creationId xmlns:a16="http://schemas.microsoft.com/office/drawing/2014/main" id="{0FBFF590-BCA6-D112-A6B8-915F0CCE2F0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US"/>
            </a:p>
          </p:txBody>
        </p:sp>
      </p:grpSp>
      <p:grpSp>
        <p:nvGrpSpPr>
          <p:cNvPr id="18" name="Group 17">
            <a:extLst>
              <a:ext uri="{FF2B5EF4-FFF2-40B4-BE49-F238E27FC236}">
                <a16:creationId xmlns:a16="http://schemas.microsoft.com/office/drawing/2014/main" id="{A5FC60C1-EAA4-D342-A8A6-FFFF2ABC4A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9" name="Freeform 32">
              <a:extLst>
                <a:ext uri="{FF2B5EF4-FFF2-40B4-BE49-F238E27FC236}">
                  <a16:creationId xmlns:a16="http://schemas.microsoft.com/office/drawing/2014/main" id="{0903FE6C-820F-C8B8-FBE2-D19A4ED21E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20" name="Freeform 33">
              <a:extLst>
                <a:ext uri="{FF2B5EF4-FFF2-40B4-BE49-F238E27FC236}">
                  <a16:creationId xmlns:a16="http://schemas.microsoft.com/office/drawing/2014/main" id="{5DF60F5C-AD86-51B7-DD95-1B6A002523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21" name="Freeform 34">
              <a:extLst>
                <a:ext uri="{FF2B5EF4-FFF2-40B4-BE49-F238E27FC236}">
                  <a16:creationId xmlns:a16="http://schemas.microsoft.com/office/drawing/2014/main" id="{A8DCA532-127B-0B7C-152D-979755ECC4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22" name="Freeform 37">
              <a:extLst>
                <a:ext uri="{FF2B5EF4-FFF2-40B4-BE49-F238E27FC236}">
                  <a16:creationId xmlns:a16="http://schemas.microsoft.com/office/drawing/2014/main" id="{521E0C6F-72B9-C842-F038-15B8B55D8D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24" name="Group 23">
            <a:extLst>
              <a:ext uri="{FF2B5EF4-FFF2-40B4-BE49-F238E27FC236}">
                <a16:creationId xmlns:a16="http://schemas.microsoft.com/office/drawing/2014/main" id="{400C559F-D325-9D90-0317-6D988AA087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25" name="Freeform 32">
              <a:extLst>
                <a:ext uri="{FF2B5EF4-FFF2-40B4-BE49-F238E27FC236}">
                  <a16:creationId xmlns:a16="http://schemas.microsoft.com/office/drawing/2014/main" id="{190F52A9-0EB1-1E20-AE02-68E7A48AA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26" name="Freeform 33">
              <a:extLst>
                <a:ext uri="{FF2B5EF4-FFF2-40B4-BE49-F238E27FC236}">
                  <a16:creationId xmlns:a16="http://schemas.microsoft.com/office/drawing/2014/main" id="{E95FF235-29BD-962C-D943-56BF13B7A9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27" name="Freeform 34">
              <a:extLst>
                <a:ext uri="{FF2B5EF4-FFF2-40B4-BE49-F238E27FC236}">
                  <a16:creationId xmlns:a16="http://schemas.microsoft.com/office/drawing/2014/main" id="{0750DE21-89ED-DCFA-58E3-BFD1F33B4D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28" name="Freeform 37">
              <a:extLst>
                <a:ext uri="{FF2B5EF4-FFF2-40B4-BE49-F238E27FC236}">
                  <a16:creationId xmlns:a16="http://schemas.microsoft.com/office/drawing/2014/main" id="{4723FD96-4710-77F3-0128-3C148A8BEB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30" name="Group 29">
            <a:extLst>
              <a:ext uri="{FF2B5EF4-FFF2-40B4-BE49-F238E27FC236}">
                <a16:creationId xmlns:a16="http://schemas.microsoft.com/office/drawing/2014/main" id="{C6FB8824-6815-CF18-9406-FC4A76B8B0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31" name="Freeform 35">
              <a:extLst>
                <a:ext uri="{FF2B5EF4-FFF2-40B4-BE49-F238E27FC236}">
                  <a16:creationId xmlns:a16="http://schemas.microsoft.com/office/drawing/2014/main" id="{9F291B68-4AFD-DD20-0AA3-D4994E445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32" name="Freeform 36">
              <a:extLst>
                <a:ext uri="{FF2B5EF4-FFF2-40B4-BE49-F238E27FC236}">
                  <a16:creationId xmlns:a16="http://schemas.microsoft.com/office/drawing/2014/main" id="{F8BA3EEC-CD2F-3EC1-203E-398771384BF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33" name="Freeform 38">
              <a:extLst>
                <a:ext uri="{FF2B5EF4-FFF2-40B4-BE49-F238E27FC236}">
                  <a16:creationId xmlns:a16="http://schemas.microsoft.com/office/drawing/2014/main" id="{51DE2CFE-2444-76AA-E134-A57A5AE189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34" name="Freeform 39">
              <a:extLst>
                <a:ext uri="{FF2B5EF4-FFF2-40B4-BE49-F238E27FC236}">
                  <a16:creationId xmlns:a16="http://schemas.microsoft.com/office/drawing/2014/main" id="{0B125C11-5F92-1300-B889-A0860D6761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35" name="Freeform 40">
              <a:extLst>
                <a:ext uri="{FF2B5EF4-FFF2-40B4-BE49-F238E27FC236}">
                  <a16:creationId xmlns:a16="http://schemas.microsoft.com/office/drawing/2014/main" id="{3B670812-186D-726A-A674-5083AEE5E2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36" name="Rectangle 41">
              <a:extLst>
                <a:ext uri="{FF2B5EF4-FFF2-40B4-BE49-F238E27FC236}">
                  <a16:creationId xmlns:a16="http://schemas.microsoft.com/office/drawing/2014/main" id="{F54ECADF-3ED0-D396-032B-AE0E70681B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US"/>
            </a:p>
          </p:txBody>
        </p:sp>
      </p:grpSp>
      <p:sp>
        <p:nvSpPr>
          <p:cNvPr id="38" name="Rectangle 37">
            <a:extLst>
              <a:ext uri="{FF2B5EF4-FFF2-40B4-BE49-F238E27FC236}">
                <a16:creationId xmlns:a16="http://schemas.microsoft.com/office/drawing/2014/main" id="{36333CB6-C582-EDCA-E03C-0326B482E5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ound Diagonal Corner Rectangle 7">
            <a:extLst>
              <a:ext uri="{FF2B5EF4-FFF2-40B4-BE49-F238E27FC236}">
                <a16:creationId xmlns:a16="http://schemas.microsoft.com/office/drawing/2014/main" id="{7F82A601-17C1-3D71-EA8D-DC0B6A319E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A6C3CC-FA5D-0222-72F0-BBBDE791D769}"/>
              </a:ext>
            </a:extLst>
          </p:cNvPr>
          <p:cNvSpPr>
            <a:spLocks noGrp="1"/>
          </p:cNvSpPr>
          <p:nvPr>
            <p:ph type="title"/>
          </p:nvPr>
        </p:nvSpPr>
        <p:spPr>
          <a:xfrm>
            <a:off x="1577445" y="1168078"/>
            <a:ext cx="9048219" cy="1092200"/>
          </a:xfrm>
        </p:spPr>
        <p:txBody>
          <a:bodyPr anchor="ctr">
            <a:normAutofit/>
          </a:bodyPr>
          <a:lstStyle/>
          <a:p>
            <a:pPr algn="ctr"/>
            <a:r>
              <a:rPr lang="en-US" dirty="0">
                <a:solidFill>
                  <a:srgbClr val="FFFFFF"/>
                </a:solidFill>
              </a:rPr>
              <a:t>References</a:t>
            </a:r>
          </a:p>
        </p:txBody>
      </p:sp>
      <p:sp>
        <p:nvSpPr>
          <p:cNvPr id="9" name="Content Placeholder 8">
            <a:extLst>
              <a:ext uri="{FF2B5EF4-FFF2-40B4-BE49-F238E27FC236}">
                <a16:creationId xmlns:a16="http://schemas.microsoft.com/office/drawing/2014/main" id="{4E1CFC53-7651-CACC-4A88-E30311D85A82}"/>
              </a:ext>
            </a:extLst>
          </p:cNvPr>
          <p:cNvSpPr>
            <a:spLocks noGrp="1"/>
          </p:cNvSpPr>
          <p:nvPr>
            <p:ph idx="1"/>
          </p:nvPr>
        </p:nvSpPr>
        <p:spPr/>
        <p:txBody>
          <a:bodyPr>
            <a:normAutofit/>
          </a:bodyPr>
          <a:lstStyle/>
          <a:p>
            <a:r>
              <a:rPr lang="en-US" sz="1600" dirty="0"/>
              <a:t>Olmstead, L. (2024, December 23). How to create a learning Culture: 18 best practices. The </a:t>
            </a:r>
            <a:r>
              <a:rPr lang="en-US" sz="1600" dirty="0" err="1"/>
              <a:t>Whatfix</a:t>
            </a:r>
            <a:r>
              <a:rPr lang="en-US" sz="1600" dirty="0"/>
              <a:t> Blog | Drive Digital Adoption. </a:t>
            </a:r>
            <a:r>
              <a:rPr lang="en-US" sz="1600" dirty="0">
                <a:hlinkClick r:id="rId4"/>
              </a:rPr>
              <a:t>https://whatfix.com/blog/learning-culture/</a:t>
            </a:r>
            <a:endParaRPr lang="en-US" sz="1600" dirty="0"/>
          </a:p>
          <a:p>
            <a:r>
              <a:rPr lang="en-US" sz="1600" dirty="0"/>
              <a:t>Steingold, L. (2025, February 19). Building a Learning Culture: A Comprehensive guide. Whale. </a:t>
            </a:r>
            <a:r>
              <a:rPr lang="en-US" sz="1600" dirty="0">
                <a:hlinkClick r:id="rId5"/>
              </a:rPr>
              <a:t>https://usewhale.io/blog/building-a-learning-culture/</a:t>
            </a:r>
            <a:endParaRPr lang="en-US" sz="1600" dirty="0"/>
          </a:p>
          <a:p>
            <a:r>
              <a:rPr lang="en-US" sz="1600" dirty="0"/>
              <a:t>Forum, S. P. (2025, June 30). Creating a just and learning culture. Social Partnership Forum. </a:t>
            </a:r>
            <a:r>
              <a:rPr lang="en-US" sz="1600">
                <a:hlinkClick r:id="rId6"/>
              </a:rPr>
              <a:t>https://www.socialpartnershipforum.org/articles/creating-just-and-learning-culture</a:t>
            </a:r>
            <a:endParaRPr lang="en-US" sz="1600"/>
          </a:p>
        </p:txBody>
      </p:sp>
    </p:spTree>
    <p:extLst>
      <p:ext uri="{BB962C8B-B14F-4D97-AF65-F5344CB8AC3E}">
        <p14:creationId xmlns:p14="http://schemas.microsoft.com/office/powerpoint/2010/main" val="4026371868"/>
      </p:ext>
    </p:extLst>
  </p:cSld>
  <p:clrMapOvr>
    <a:masterClrMapping/>
  </p:clrMapOvr>
  <p:transition>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E096F0E7-E7B5-406E-8E94-F0043B2AC7F6}">
  <ds:schemaRefs>
    <ds:schemaRef ds:uri="http://schemas.microsoft.com/sharepoint/v3/contenttype/forms"/>
  </ds:schemaRefs>
</ds:datastoreItem>
</file>

<file path=customXml/itemProps2.xml><?xml version="1.0" encoding="utf-8"?>
<ds:datastoreItem xmlns:ds="http://schemas.openxmlformats.org/officeDocument/2006/customXml" ds:itemID="{104C6BCC-A38B-4625-90E6-7D3BBA3909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C41CBB0-BAA0-4983-8F2B-E10AF3358DA8}">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Circuit design</Template>
  <TotalTime>11</TotalTime>
  <Words>558</Words>
  <Application>Microsoft Office PowerPoint</Application>
  <PresentationFormat>Widescreen</PresentationFormat>
  <Paragraphs>79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Tw Cen MT</vt:lpstr>
      <vt:lpstr>Circuit</vt:lpstr>
      <vt:lpstr>Overcoming Barriers to Establishing a Just, Learning Culture</vt:lpstr>
      <vt:lpstr>Understanding a Just, Learning Culture</vt:lpstr>
      <vt:lpstr>Common Misconceptions and Resistance to Change</vt:lpstr>
      <vt:lpstr>Leadership Commitment and Organizational Buy-In</vt:lpstr>
      <vt:lpstr>Fear of Blame and Punitive Responses</vt:lpstr>
      <vt:lpstr>Lack of Communication and Transparency</vt:lpstr>
      <vt:lpstr>Resource Constraints and Competing Priorities</vt:lpstr>
      <vt:lpstr>Sustaining Cultural Change Over Time</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Cannamela</dc:creator>
  <cp:lastModifiedBy>Jacob Cannamela</cp:lastModifiedBy>
  <cp:revision>1</cp:revision>
  <dcterms:created xsi:type="dcterms:W3CDTF">2025-07-12T17:33:17Z</dcterms:created>
  <dcterms:modified xsi:type="dcterms:W3CDTF">2025-07-12T17:44:31Z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